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87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media/image11.png" ContentType="image/png"/>
  <Override PartName="/ppt/theme/theme1.xml" ContentType="application/vnd.openxmlformats-officedocument.theme+xml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75.png" ContentType="image/png"/>
  <Override PartName="/ppt/media/image31.png" ContentType="image/png"/>
  <Override PartName="/ppt/media/image76.png" ContentType="image/png"/>
  <Override PartName="/ppt/media/image32.png" ContentType="image/png"/>
  <Override PartName="/ppt/media/image77.png" ContentType="image/png"/>
  <Override PartName="/ppt/media/image33.png" ContentType="image/png"/>
  <Override PartName="/ppt/media/image78.png" ContentType="image/png"/>
  <Override PartName="/ppt/media/image34.png" ContentType="image/png"/>
  <Override PartName="/ppt/media/image79.png" ContentType="image/png"/>
  <Override PartName="/ppt/media/image35.png" ContentType="image/png"/>
  <Override PartName="/ppt/media/image36.png" ContentType="image/png"/>
  <Override PartName="/ppt/media/image0.png" ContentType="image/png"/>
  <Override PartName="/ppt/media/image37.png" ContentType="image/png"/>
  <Override PartName="/ppt/media/image1.png" ContentType="image/png"/>
  <Override PartName="/ppt/media/image38.png" ContentType="image/png"/>
  <Override PartName="/ppt/media/image2.png" ContentType="image/png"/>
  <Override PartName="/ppt/media/image39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40.png" ContentType="image/png"/>
  <Override PartName="/ppt/media/image85.png" ContentType="image/png"/>
  <Override PartName="/ppt/media/image41.png" ContentType="image/png"/>
  <Override PartName="/ppt/media/image86.png" ContentType="image/png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</p:sldIdLst>
  <p:sldSz cx="12649200" cy="7315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A0980F1D-C05A-4789-E3FE-F44431E77938}"/>
    <p:ext uri="{D94E2140-0290-47F4-B7D6-49067FE4B62D}"/>
    <p:ext uri="{997979AF-8C9B-442A-B27C-547E6274E408}"/>
  </p:extLst>
</p:presentationPr>
</file>

<file path=ppt/tableStyles.xml><?xml version="1.0" encoding="utf-8"?>
<a:tblStyleLst xmlns:a="http://schemas.openxmlformats.org/drawingml/2006/main" def="{832A40C2-2741-46B0-5309-1418D69D2B0F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11A5-A689-41AD-1AB6-D85157EBDDC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7E17A-CC5E-4420-77E0-0BB7C8302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0D9CEDA-47E5-4068-9FAE-6573F3E3A6D6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F28-C1D1-4A4B-88BE-A4C264AF9D6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C9B4-DE95-4BAE-4360-7CDC13B8D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8E3A2DF-8B28-49F5-3F92-A84FB1129CDD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F10-B0E9-49E2-0D91-95DEDD56B87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3A762-6F73-4A67-9C1D-0363AEE617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F2C158A-A664-4F8E-3D86-264F97FDAA00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9F16-1959-4595-0B05-E228AB61424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85AE2-E719-4654-66EB-F3431E69E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40F3656-A5AC-4EED-6E00-DC0A3AD03415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D0FA3-993A-465C-12A1-917D76128BE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5E1-C854-476D-FC17-59CC4073B0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47C6141-B8B4-459A-82FE-1931C701500D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F1C85-B7EA-4A04-5ED1-D36756A4941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CBD0D-BA3F-43EE-2481-0CB814AE1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72CCF99-FBF5-44D6-88AC-EACD1FC0BB51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CD543-7370-4B10-5D10-AACE65354BC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0AF2-1FF1-4EA3-85B0-5C6E065036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087A734-5231-4D2E-B642-C525166BAEC7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0573-D262-4AC6-01DF-930BC6ACE01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AA43-219B-46F1-AD8F-C8E12777B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A5EA09D-119B-4D1D-647E-84FFD4D89981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F724D-55B0-461B-F6D7-05988C6D3AB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C634-A53F-4846-84B8-E0CFD6E1C6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77F83F1-8FB0-4C60-E5CA-4F81473C626E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1804-3D23-45F6-39C7-9DCBD9ED9FC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EC42B-2686-4386-C278-51FE16E932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E969A56-6C5F-4AAD-6794-C3A306CE58F2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A5E-7AC0-4CEA-E1BC-9E7F6ACED66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76D6-9C37-4A45-AEBD-40ABC5B6BD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B52F780-894D-489C-ED8F-04F7560192C0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E72D6-DC4D-434C-7E8A-669A75C412D3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ED97D-0C3E-4740-E41A-6A24F85CE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A7361EF-89A3-42AA-723E-C01754D07768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Relationship Id="rId5" Type="http://schemas.openxmlformats.org/officeDocument/2006/relationships/image" Target="/ppt/media/image3.png"/><Relationship Id="rId6" Type="http://schemas.openxmlformats.org/officeDocument/2006/relationships/image" Target="/ppt/media/image4.png"/><Relationship Id="rId7" Type="http://schemas.openxmlformats.org/officeDocument/2006/relationships/image" Target="/ppt/media/image5.png"/><Relationship Id="rId8" Type="http://schemas.openxmlformats.org/officeDocument/2006/relationships/image" Target="/ppt/media/image6.png"/><Relationship Id="rId9" Type="http://schemas.openxmlformats.org/officeDocument/2006/relationships/image" Target="/ppt/media/image7.png"/><Relationship Id="rId10" Type="http://schemas.openxmlformats.org/officeDocument/2006/relationships/image" Target="/ppt/media/image8.png"/><Relationship Id="rId11" Type="http://schemas.openxmlformats.org/officeDocument/2006/relationships/image" Target="/ppt/media/image9.png"/><Relationship Id="rId12" Type="http://schemas.openxmlformats.org/officeDocument/2006/relationships/image" Target="/ppt/media/image10.png"/><Relationship Id="rId13" Type="http://schemas.openxmlformats.org/officeDocument/2006/relationships/image" Target="/ppt/media/image11.png"/><Relationship Id="rId14" Type="http://schemas.openxmlformats.org/officeDocument/2006/relationships/image" Target="/ppt/media/image12.png"/><Relationship Id="rId15" Type="http://schemas.openxmlformats.org/officeDocument/2006/relationships/image" Target="/ppt/media/image13.png"/><Relationship Id="rId16" Type="http://schemas.openxmlformats.org/officeDocument/2006/relationships/image" Target="/ppt/media/image14.png"/><Relationship Id="rId17" Type="http://schemas.openxmlformats.org/officeDocument/2006/relationships/image" Target="/ppt/media/image15.png"/><Relationship Id="rId18" Type="http://schemas.openxmlformats.org/officeDocument/2006/relationships/image" Target="/ppt/media/image16.png"/><Relationship Id="rId19" Type="http://schemas.openxmlformats.org/officeDocument/2006/relationships/image" Target="/ppt/media/image17.png"/><Relationship Id="rId20" Type="http://schemas.openxmlformats.org/officeDocument/2006/relationships/image" Target="/ppt/media/image18.png"/><Relationship Id="rId21" Type="http://schemas.openxmlformats.org/officeDocument/2006/relationships/image" Target="/ppt/media/image19.png"/><Relationship Id="rId22" Type="http://schemas.openxmlformats.org/officeDocument/2006/relationships/image" Target="/ppt/media/image20.png"/><Relationship Id="rId23" Type="http://schemas.openxmlformats.org/officeDocument/2006/relationships/image" Target="/ppt/media/image21.png"/><Relationship Id="rId24" Type="http://schemas.openxmlformats.org/officeDocument/2006/relationships/image" Target="/ppt/media/image22.png"/><Relationship Id="rId25" Type="http://schemas.openxmlformats.org/officeDocument/2006/relationships/image" Target="/ppt/media/image23.png"/><Relationship Id="rId26" Type="http://schemas.openxmlformats.org/officeDocument/2006/relationships/image" Target="/ppt/media/image24.png"/><Relationship Id="rId27" Type="http://schemas.openxmlformats.org/officeDocument/2006/relationships/image" Target="/ppt/media/image25.png"/><Relationship Id="rId28" Type="http://schemas.openxmlformats.org/officeDocument/2006/relationships/image" Target="/ppt/media/image26.png"/><Relationship Id="rId29" Type="http://schemas.openxmlformats.org/officeDocument/2006/relationships/image" Target="/ppt/media/image27.png"/><Relationship Id="rId30" Type="http://schemas.openxmlformats.org/officeDocument/2006/relationships/image" Target="/ppt/media/image28.png"/><Relationship Id="rId31" Type="http://schemas.openxmlformats.org/officeDocument/2006/relationships/image" Target="/ppt/media/image29.png"/><Relationship Id="rId32" Type="http://schemas.openxmlformats.org/officeDocument/2006/relationships/image" Target="/ppt/media/image30.png"/><Relationship Id="rId33" Type="http://schemas.openxmlformats.org/officeDocument/2006/relationships/image" Target="/ppt/media/image31.png"/><Relationship Id="rId34" Type="http://schemas.openxmlformats.org/officeDocument/2006/relationships/image" Target="/ppt/media/image32.png"/><Relationship Id="rId35" Type="http://schemas.openxmlformats.org/officeDocument/2006/relationships/image" Target="/ppt/media/image33.png"/><Relationship Id="rId36" Type="http://schemas.openxmlformats.org/officeDocument/2006/relationships/image" Target="/ppt/media/image34.png"/><Relationship Id="rId37" Type="http://schemas.openxmlformats.org/officeDocument/2006/relationships/image" Target="/ppt/media/image35.png"/><Relationship Id="rId38" Type="http://schemas.openxmlformats.org/officeDocument/2006/relationships/image" Target="/ppt/media/image36.png"/><Relationship Id="rId39" Type="http://schemas.openxmlformats.org/officeDocument/2006/relationships/image" Target="/ppt/media/image37.png"/><Relationship Id="rId40" Type="http://schemas.openxmlformats.org/officeDocument/2006/relationships/image" Target="/ppt/media/image38.png"/><Relationship Id="rId41" Type="http://schemas.openxmlformats.org/officeDocument/2006/relationships/image" Target="/ppt/media/image39.png"/><Relationship Id="rId42" Type="http://schemas.openxmlformats.org/officeDocument/2006/relationships/image" Target="/ppt/media/image40.png"/><Relationship Id="rId43" Type="http://schemas.openxmlformats.org/officeDocument/2006/relationships/image" Target="/ppt/media/image4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Relationship Id="rId5" Type="http://schemas.openxmlformats.org/officeDocument/2006/relationships/image" Target="/ppt/media/image45.png"/><Relationship Id="rId6" Type="http://schemas.openxmlformats.org/officeDocument/2006/relationships/image" Target="/ppt/media/image46.png"/><Relationship Id="rId7" Type="http://schemas.openxmlformats.org/officeDocument/2006/relationships/image" Target="/ppt/media/image47.png"/><Relationship Id="rId8" Type="http://schemas.openxmlformats.org/officeDocument/2006/relationships/image" Target="/ppt/media/image48.png"/><Relationship Id="rId9" Type="http://schemas.openxmlformats.org/officeDocument/2006/relationships/image" Target="/ppt/media/image49.png"/><Relationship Id="rId10" Type="http://schemas.openxmlformats.org/officeDocument/2006/relationships/image" Target="/ppt/media/image50.png"/><Relationship Id="rId11" Type="http://schemas.openxmlformats.org/officeDocument/2006/relationships/image" Target="/ppt/media/image51.png"/><Relationship Id="rId12" Type="http://schemas.openxmlformats.org/officeDocument/2006/relationships/image" Target="/ppt/media/image52.png"/><Relationship Id="rId13" Type="http://schemas.openxmlformats.org/officeDocument/2006/relationships/image" Target="/ppt/media/image53.png"/><Relationship Id="rId14" Type="http://schemas.openxmlformats.org/officeDocument/2006/relationships/image" Target="/ppt/media/image54.png"/><Relationship Id="rId15" Type="http://schemas.openxmlformats.org/officeDocument/2006/relationships/image" Target="/ppt/media/image55.png"/><Relationship Id="rId16" Type="http://schemas.openxmlformats.org/officeDocument/2006/relationships/image" Target="/ppt/media/image56.png"/><Relationship Id="rId17" Type="http://schemas.openxmlformats.org/officeDocument/2006/relationships/image" Target="/ppt/media/image57.png"/><Relationship Id="rId18" Type="http://schemas.openxmlformats.org/officeDocument/2006/relationships/image" Target="/ppt/media/image58.png"/><Relationship Id="rId19" Type="http://schemas.openxmlformats.org/officeDocument/2006/relationships/image" Target="/ppt/media/image59.png"/><Relationship Id="rId20" Type="http://schemas.openxmlformats.org/officeDocument/2006/relationships/image" Target="/ppt/media/image60.png"/><Relationship Id="rId21" Type="http://schemas.openxmlformats.org/officeDocument/2006/relationships/image" Target="/ppt/media/image61.png"/><Relationship Id="rId22" Type="http://schemas.openxmlformats.org/officeDocument/2006/relationships/image" Target="/ppt/media/image62.png"/><Relationship Id="rId23" Type="http://schemas.openxmlformats.org/officeDocument/2006/relationships/image" Target="/ppt/media/image63.png"/><Relationship Id="rId24" Type="http://schemas.openxmlformats.org/officeDocument/2006/relationships/image" Target="/ppt/media/image64.png"/><Relationship Id="rId25" Type="http://schemas.openxmlformats.org/officeDocument/2006/relationships/image" Target="/ppt/media/image65.png"/><Relationship Id="rId26" Type="http://schemas.openxmlformats.org/officeDocument/2006/relationships/image" Target="/ppt/media/image66.png"/><Relationship Id="rId27" Type="http://schemas.openxmlformats.org/officeDocument/2006/relationships/image" Target="/ppt/media/image67.png"/><Relationship Id="rId28" Type="http://schemas.openxmlformats.org/officeDocument/2006/relationships/image" Target="/ppt/media/image68.png"/><Relationship Id="rId29" Type="http://schemas.openxmlformats.org/officeDocument/2006/relationships/image" Target="/ppt/media/image69.png"/><Relationship Id="rId30" Type="http://schemas.openxmlformats.org/officeDocument/2006/relationships/image" Target="/ppt/media/image70.png"/><Relationship Id="rId31" Type="http://schemas.openxmlformats.org/officeDocument/2006/relationships/image" Target="/ppt/media/image71.png"/><Relationship Id="rId32" Type="http://schemas.openxmlformats.org/officeDocument/2006/relationships/image" Target="/ppt/media/image72.png"/><Relationship Id="rId33" Type="http://schemas.openxmlformats.org/officeDocument/2006/relationships/image" Target="/ppt/media/image73.png"/><Relationship Id="rId34" Type="http://schemas.openxmlformats.org/officeDocument/2006/relationships/image" Target="/ppt/media/image74.png"/><Relationship Id="rId35" Type="http://schemas.openxmlformats.org/officeDocument/2006/relationships/image" Target="/ppt/media/image75.png"/><Relationship Id="rId36" Type="http://schemas.openxmlformats.org/officeDocument/2006/relationships/image" Target="/ppt/media/image76.png"/><Relationship Id="rId37" Type="http://schemas.openxmlformats.org/officeDocument/2006/relationships/image" Target="/ppt/media/image77.png"/><Relationship Id="rId38" Type="http://schemas.openxmlformats.org/officeDocument/2006/relationships/image" Target="/ppt/media/image78.png"/><Relationship Id="rId39" Type="http://schemas.openxmlformats.org/officeDocument/2006/relationships/image" Target="/ppt/media/image79.png"/><Relationship Id="rId40" Type="http://schemas.openxmlformats.org/officeDocument/2006/relationships/image" Target="/ppt/media/image80.png"/><Relationship Id="rId41" Type="http://schemas.openxmlformats.org/officeDocument/2006/relationships/image" Target="/ppt/media/image81.png"/><Relationship Id="rId42" Type="http://schemas.openxmlformats.org/officeDocument/2006/relationships/image" Target="/ppt/media/image82.png"/><Relationship Id="rId43" Type="http://schemas.openxmlformats.org/officeDocument/2006/relationships/image" Target="/ppt/media/image83.png"/><Relationship Id="rId44" Type="http://schemas.openxmlformats.org/officeDocument/2006/relationships/image" Target="/ppt/media/image84.png"/><Relationship Id="rId45" Type="http://schemas.openxmlformats.org/officeDocument/2006/relationships/image" Target="/ppt/media/image85.png"/><Relationship Id="rId46" Type="http://schemas.openxmlformats.org/officeDocument/2006/relationships/image" Target="/ppt/media/image86.png"/><Relationship Id="rId47" Type="http://schemas.openxmlformats.org/officeDocument/2006/relationships/image" Target="/ppt/media/image87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7303A6D-B969-4895-A93D-ADDB0C3FEEB5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228600" y="228600"/>
            <a:ext cx="12192000" cy="323850"/>
          </a:xfrm>
          <a:custGeom>
            <a:rect l="l" t="t" r="r" b="b"/>
            <a:pathLst>
              <a:path w="12192000" h="323850">
                <a:moveTo>
                  <a:pt x="0" y="0"/>
                </a:moveTo>
                <a:lnTo>
                  <a:pt x="12192000" y="0"/>
                </a:lnTo>
                <a:lnTo>
                  <a:pt x="12192000" y="323850"/>
                </a:lnTo>
                <a:lnTo>
                  <a:pt x="0" y="323850"/>
                </a:lnTo>
                <a:lnTo>
                  <a:pt x="0" y="0"/>
                </a:lnTo>
              </a:path>
            </a:pathLst>
          </a:custGeom>
          <a:solidFill>
            <a:srgbClr val="3B3A39">
              <a:alpha val="100000"/>
            </a:srgbClr>
          </a:solidFill>
        </p:spPr>
      </p:sp>
      <p:pic>
        <p:nvPicPr>
          <p:cNvPr id="3" name="8A912AB1-E3B8-4E4D-4FE1-0608D7D46C44"/>
          <p:cNvPicPr>
            <a:picLocks noChangeAspect="1"/>
          </p:cNvPicPr>
          <p:nvPr/>
        </p:nvPicPr>
        <p:blipFill>
          <a:blip r:embed="rId2" cstate="print">
            <a:extLst>
              <a:ext uri="{CA03C0F6-1C32-4E97-E323-50E11B4952D2}"/>
            </a:extLst>
          </a:blip>
          <a:srcRect/>
          <a:stretch>
            <a:fillRect/>
          </a:stretch>
        </p:blipFill>
        <p:spPr>
          <a:xfrm>
            <a:off x="228600" y="548640"/>
            <a:ext cx="12201526" cy="1285875"/>
          </a:xfrm>
          <a:prstGeom prst="rect">
            <a:avLst/>
          </a:prstGeom>
        </p:spPr>
      </p:pic>
      <p:sp>
        <p:nvSpPr>
          <p:cNvPr id="4" name="VectorPath 4"/>
          <p:cNvSpPr/>
          <p:nvPr/>
        </p:nvSpPr>
        <p:spPr>
          <a:xfrm>
            <a:off x="228600" y="552450"/>
            <a:ext cx="12192000" cy="1209675"/>
          </a:xfrm>
          <a:custGeom>
            <a:rect l="l" t="t" r="r" b="b"/>
            <a:pathLst>
              <a:path w="12192000" h="1209675">
                <a:moveTo>
                  <a:pt x="0" y="0"/>
                </a:moveTo>
                <a:lnTo>
                  <a:pt x="12192000" y="0"/>
                </a:lnTo>
                <a:lnTo>
                  <a:pt x="12192000" y="1209675"/>
                </a:lnTo>
                <a:lnTo>
                  <a:pt x="0" y="1209675"/>
                </a:lnTo>
                <a:lnTo>
                  <a:pt x="0" y="0"/>
                </a:lnTo>
              </a:path>
            </a:pathLst>
          </a:custGeom>
          <a:solidFill>
            <a:srgbClr val="F3F2F1">
              <a:alpha val="100000"/>
            </a:srgbClr>
          </a:solidFill>
        </p:spPr>
      </p:sp>
      <p:sp>
        <p:nvSpPr>
          <p:cNvPr id="5" name="TextBox5"/>
          <p:cNvSpPr txBox="1"/>
          <p:nvPr/>
        </p:nvSpPr>
        <p:spPr>
          <a:xfrm>
            <a:off x="5881688" y="326330"/>
            <a:ext cx="884448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9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ower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BI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Desktop</a:t>
            </a:r>
          </a:p>
        </p:txBody>
      </p:sp>
      <p:sp>
        <p:nvSpPr>
          <p:cNvPr id="6" name="VectorPath 6"/>
          <p:cNvSpPr/>
          <p:nvPr/>
        </p:nvSpPr>
        <p:spPr>
          <a:xfrm>
            <a:off x="228621" y="228600"/>
            <a:ext cx="12191970" cy="6858000"/>
          </a:xfrm>
          <a:custGeom>
            <a:rect l="l" t="t" r="r" b="b"/>
            <a:pathLst>
              <a:path w="12191970" h="6858000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CCCCCC">
              <a:alpha val="100000"/>
            </a:srgbClr>
          </a:solidFill>
        </p:spPr>
      </p:sp>
      <p:pic>
        <p:nvPicPr>
          <p:cNvPr id="7" name="6D36E7B7-CF05-41EE-6EF2-84DDA39FB2D6"/>
          <p:cNvPicPr>
            <a:picLocks noChangeAspect="1"/>
          </p:cNvPicPr>
          <p:nvPr/>
        </p:nvPicPr>
        <p:blipFill>
          <a:blip r:embed="rId3" cstate="print">
            <a:extLst>
              <a:ext uri="{72854076-3658-4D44-3667-F697C0DFA3D1}"/>
            </a:extLst>
          </a:blip>
          <a:srcRect/>
          <a:stretch>
            <a:fillRect/>
          </a:stretch>
        </p:blipFill>
        <p:spPr>
          <a:xfrm flipV="1">
            <a:off x="228621" y="228600"/>
            <a:ext cx="12192000" cy="6858000"/>
          </a:xfrm>
          <a:prstGeom prst="rect">
            <a:avLst/>
          </a:prstGeom>
        </p:spPr>
      </p:pic>
      <p:grpSp>
        <p:nvGrpSpPr>
          <p:cNvPr id="8" name="Combination 8"/>
          <p:cNvGrpSpPr/>
          <p:nvPr/>
        </p:nvGrpSpPr>
        <p:grpSpPr>
          <a:xfrm>
            <a:off x="319525" y="334656"/>
            <a:ext cx="9350698" cy="3375175"/>
            <a:chOff x="319525" y="334656"/>
            <a:chExt cx="9350698" cy="3375175"/>
          </a:xfrm>
        </p:grpSpPr>
        <p:sp>
          <p:nvSpPr>
            <p:cNvPr id="9" name="VectorPath 9"/>
            <p:cNvSpPr/>
            <p:nvPr/>
          </p:nvSpPr>
          <p:spPr>
            <a:xfrm>
              <a:off x="319525" y="334656"/>
              <a:ext cx="5724525" cy="590550"/>
            </a:xfrm>
            <a:custGeom>
              <a:rect l="l" t="t" r="r" b="b"/>
              <a:pathLst>
                <a:path w="5724525" h="590550">
                  <a:moveTo>
                    <a:pt x="0" y="0"/>
                  </a:moveTo>
                  <a:lnTo>
                    <a:pt x="5724525" y="0"/>
                  </a:lnTo>
                  <a:lnTo>
                    <a:pt x="5724525" y="590550"/>
                  </a:lnTo>
                  <a:lnTo>
                    <a:pt x="0" y="59055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0" name="VectorPath 10"/>
            <p:cNvSpPr/>
            <p:nvPr/>
          </p:nvSpPr>
          <p:spPr>
            <a:xfrm>
              <a:off x="6293610" y="1066643"/>
              <a:ext cx="3371850" cy="2638425"/>
            </a:xfrm>
            <a:custGeom>
              <a:rect l="l" t="t" r="r" b="b"/>
              <a:pathLst>
                <a:path w="3371850" h="2638425">
                  <a:moveTo>
                    <a:pt x="3290250" y="290"/>
                  </a:moveTo>
                  <a:cubicBezTo>
                    <a:pt x="3293177" y="724"/>
                    <a:pt x="3296103" y="1159"/>
                    <a:pt x="3299012" y="1739"/>
                  </a:cubicBezTo>
                  <a:lnTo>
                    <a:pt x="3299129" y="1762"/>
                  </a:lnTo>
                  <a:cubicBezTo>
                    <a:pt x="3304918" y="2921"/>
                    <a:pt x="3310536" y="4630"/>
                    <a:pt x="3315986" y="6888"/>
                  </a:cubicBezTo>
                  <a:lnTo>
                    <a:pt x="3316096" y="6933"/>
                  </a:lnTo>
                  <a:cubicBezTo>
                    <a:pt x="3321552" y="9199"/>
                    <a:pt x="3326725" y="11971"/>
                    <a:pt x="3331636" y="15250"/>
                  </a:cubicBezTo>
                  <a:lnTo>
                    <a:pt x="3331735" y="15316"/>
                  </a:lnTo>
                  <a:cubicBezTo>
                    <a:pt x="3336640" y="18601"/>
                    <a:pt x="3341170" y="22330"/>
                    <a:pt x="3345342" y="26503"/>
                  </a:cubicBezTo>
                  <a:lnTo>
                    <a:pt x="3345427" y="26587"/>
                  </a:lnTo>
                  <a:cubicBezTo>
                    <a:pt x="3349602" y="30766"/>
                    <a:pt x="3353318" y="35308"/>
                    <a:pt x="3356601" y="40215"/>
                  </a:cubicBezTo>
                  <a:lnTo>
                    <a:pt x="3356667" y="40314"/>
                  </a:lnTo>
                  <a:cubicBezTo>
                    <a:pt x="3359934" y="45225"/>
                    <a:pt x="3362702" y="50407"/>
                    <a:pt x="3364964" y="55859"/>
                  </a:cubicBezTo>
                  <a:lnTo>
                    <a:pt x="3365009" y="55969"/>
                  </a:lnTo>
                  <a:cubicBezTo>
                    <a:pt x="3367254" y="61424"/>
                    <a:pt x="3368962" y="67046"/>
                    <a:pt x="3370107" y="72834"/>
                  </a:cubicBezTo>
                  <a:lnTo>
                    <a:pt x="3370130" y="72951"/>
                  </a:lnTo>
                  <a:cubicBezTo>
                    <a:pt x="3371269" y="78701"/>
                    <a:pt x="3371842" y="84507"/>
                    <a:pt x="3371850" y="90369"/>
                  </a:cubicBezTo>
                  <a:lnTo>
                    <a:pt x="3371850" y="2548057"/>
                  </a:lnTo>
                  <a:lnTo>
                    <a:pt x="3371560" y="2556825"/>
                  </a:lnTo>
                  <a:cubicBezTo>
                    <a:pt x="3371124" y="2559752"/>
                    <a:pt x="3370688" y="2562678"/>
                    <a:pt x="3370107" y="2565587"/>
                  </a:cubicBezTo>
                  <a:lnTo>
                    <a:pt x="3370084" y="2565704"/>
                  </a:lnTo>
                  <a:cubicBezTo>
                    <a:pt x="3368931" y="2571492"/>
                    <a:pt x="3367215" y="2577111"/>
                    <a:pt x="3364964" y="2582561"/>
                  </a:cubicBezTo>
                  <a:lnTo>
                    <a:pt x="3364917" y="2582671"/>
                  </a:lnTo>
                  <a:cubicBezTo>
                    <a:pt x="3362650" y="2588127"/>
                    <a:pt x="3359874" y="2593300"/>
                    <a:pt x="3356601" y="2598211"/>
                  </a:cubicBezTo>
                  <a:lnTo>
                    <a:pt x="3356534" y="2598309"/>
                  </a:lnTo>
                  <a:cubicBezTo>
                    <a:pt x="3353245" y="2603215"/>
                    <a:pt x="3349524" y="2607745"/>
                    <a:pt x="3345342" y="2611917"/>
                  </a:cubicBezTo>
                  <a:lnTo>
                    <a:pt x="3345258" y="2612002"/>
                  </a:lnTo>
                  <a:cubicBezTo>
                    <a:pt x="3341082" y="2616177"/>
                    <a:pt x="3336546" y="2619893"/>
                    <a:pt x="3331636" y="2623175"/>
                  </a:cubicBezTo>
                  <a:lnTo>
                    <a:pt x="3331537" y="2623241"/>
                  </a:lnTo>
                  <a:cubicBezTo>
                    <a:pt x="3326623" y="2626509"/>
                    <a:pt x="3321445" y="2629277"/>
                    <a:pt x="3315986" y="2631539"/>
                  </a:cubicBezTo>
                  <a:lnTo>
                    <a:pt x="3315876" y="2631584"/>
                  </a:lnTo>
                  <a:cubicBezTo>
                    <a:pt x="3310425" y="2633838"/>
                    <a:pt x="3304803" y="2635537"/>
                    <a:pt x="3299012" y="2636682"/>
                  </a:cubicBezTo>
                  <a:lnTo>
                    <a:pt x="3298896" y="2636705"/>
                  </a:lnTo>
                  <a:cubicBezTo>
                    <a:pt x="3293154" y="2637845"/>
                    <a:pt x="3287345" y="2638418"/>
                    <a:pt x="3281482" y="2638425"/>
                  </a:cubicBezTo>
                  <a:lnTo>
                    <a:pt x="90369" y="2638425"/>
                  </a:lnTo>
                  <a:lnTo>
                    <a:pt x="81604" y="2638134"/>
                  </a:lnTo>
                  <a:cubicBezTo>
                    <a:pt x="78676" y="2637699"/>
                    <a:pt x="75748" y="2637263"/>
                    <a:pt x="72834" y="2636682"/>
                  </a:cubicBezTo>
                  <a:lnTo>
                    <a:pt x="72718" y="2636659"/>
                  </a:lnTo>
                  <a:cubicBezTo>
                    <a:pt x="66932" y="2635507"/>
                    <a:pt x="61312" y="2633800"/>
                    <a:pt x="55859" y="2631539"/>
                  </a:cubicBezTo>
                  <a:lnTo>
                    <a:pt x="55750" y="2631493"/>
                  </a:lnTo>
                  <a:cubicBezTo>
                    <a:pt x="50301" y="2629225"/>
                    <a:pt x="45122" y="2626449"/>
                    <a:pt x="40215" y="2623175"/>
                  </a:cubicBezTo>
                  <a:lnTo>
                    <a:pt x="40117" y="2623109"/>
                  </a:lnTo>
                  <a:cubicBezTo>
                    <a:pt x="35214" y="2619820"/>
                    <a:pt x="30676" y="2616099"/>
                    <a:pt x="26503" y="2611917"/>
                  </a:cubicBezTo>
                  <a:lnTo>
                    <a:pt x="26419" y="2611833"/>
                  </a:lnTo>
                  <a:cubicBezTo>
                    <a:pt x="22252" y="2607656"/>
                    <a:pt x="18529" y="2603121"/>
                    <a:pt x="15250" y="2598211"/>
                  </a:cubicBezTo>
                  <a:lnTo>
                    <a:pt x="15184" y="2598112"/>
                  </a:lnTo>
                  <a:cubicBezTo>
                    <a:pt x="11912" y="2593198"/>
                    <a:pt x="9146" y="2588021"/>
                    <a:pt x="6888" y="2582561"/>
                  </a:cubicBezTo>
                  <a:lnTo>
                    <a:pt x="6842" y="2582451"/>
                  </a:lnTo>
                  <a:cubicBezTo>
                    <a:pt x="4591" y="2576999"/>
                    <a:pt x="2890" y="2571378"/>
                    <a:pt x="1739" y="2565587"/>
                  </a:cubicBezTo>
                  <a:lnTo>
                    <a:pt x="1715" y="2565471"/>
                  </a:lnTo>
                  <a:cubicBezTo>
                    <a:pt x="579" y="2559728"/>
                    <a:pt x="8" y="2553920"/>
                    <a:pt x="0" y="2548057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30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2"/>
                    <a:pt x="15250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32814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1" name="VectorPath 11"/>
            <p:cNvSpPr/>
            <p:nvPr/>
          </p:nvSpPr>
          <p:spPr>
            <a:xfrm>
              <a:off x="6288847" y="1061881"/>
              <a:ext cx="3381375" cy="2647950"/>
            </a:xfrm>
            <a:custGeom>
              <a:rect l="l" t="t" r="r" b="b"/>
              <a:pathLst>
                <a:path w="3381375" h="2647950">
                  <a:moveTo>
                    <a:pt x="4763" y="2552700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2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7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3286125" y="4763"/>
                  </a:lnTo>
                  <a:cubicBezTo>
                    <a:pt x="3292069" y="4763"/>
                    <a:pt x="3297955" y="5342"/>
                    <a:pt x="3303774" y="6501"/>
                  </a:cubicBezTo>
                  <a:cubicBezTo>
                    <a:pt x="3309604" y="7660"/>
                    <a:pt x="3315262" y="9377"/>
                    <a:pt x="3320749" y="11650"/>
                  </a:cubicBezTo>
                  <a:cubicBezTo>
                    <a:pt x="3326245" y="13924"/>
                    <a:pt x="3331454" y="16711"/>
                    <a:pt x="3336398" y="20012"/>
                  </a:cubicBezTo>
                  <a:cubicBezTo>
                    <a:pt x="3341342" y="23313"/>
                    <a:pt x="3345904" y="27064"/>
                    <a:pt x="3350104" y="31266"/>
                  </a:cubicBezTo>
                  <a:cubicBezTo>
                    <a:pt x="3354315" y="35467"/>
                    <a:pt x="3358058" y="40037"/>
                    <a:pt x="3361363" y="44978"/>
                  </a:cubicBezTo>
                  <a:cubicBezTo>
                    <a:pt x="3364659" y="49918"/>
                    <a:pt x="3367450" y="55133"/>
                    <a:pt x="3369726" y="60622"/>
                  </a:cubicBezTo>
                  <a:cubicBezTo>
                    <a:pt x="3371993" y="66111"/>
                    <a:pt x="3373717" y="71769"/>
                    <a:pt x="3374869" y="77597"/>
                  </a:cubicBezTo>
                  <a:cubicBezTo>
                    <a:pt x="3376031" y="83424"/>
                    <a:pt x="3376613" y="89309"/>
                    <a:pt x="3376613" y="95250"/>
                  </a:cubicBezTo>
                  <a:lnTo>
                    <a:pt x="3376613" y="2552700"/>
                  </a:lnTo>
                  <a:cubicBezTo>
                    <a:pt x="3376613" y="2558644"/>
                    <a:pt x="3376031" y="2564531"/>
                    <a:pt x="3374869" y="2570350"/>
                  </a:cubicBezTo>
                  <a:cubicBezTo>
                    <a:pt x="3373717" y="2576179"/>
                    <a:pt x="3371993" y="2581837"/>
                    <a:pt x="3369726" y="2587324"/>
                  </a:cubicBezTo>
                  <a:cubicBezTo>
                    <a:pt x="3367450" y="2592820"/>
                    <a:pt x="3364659" y="2598029"/>
                    <a:pt x="3361363" y="2602974"/>
                  </a:cubicBezTo>
                  <a:cubicBezTo>
                    <a:pt x="3358058" y="2607916"/>
                    <a:pt x="3354315" y="2612479"/>
                    <a:pt x="3350104" y="2616680"/>
                  </a:cubicBezTo>
                  <a:cubicBezTo>
                    <a:pt x="3345904" y="2620889"/>
                    <a:pt x="3341342" y="2624633"/>
                    <a:pt x="3336398" y="2627938"/>
                  </a:cubicBezTo>
                  <a:cubicBezTo>
                    <a:pt x="3331454" y="2631234"/>
                    <a:pt x="3326245" y="2634025"/>
                    <a:pt x="3320749" y="2636301"/>
                  </a:cubicBezTo>
                  <a:cubicBezTo>
                    <a:pt x="3315262" y="2638578"/>
                    <a:pt x="3309604" y="2640292"/>
                    <a:pt x="3303774" y="2641444"/>
                  </a:cubicBezTo>
                  <a:cubicBezTo>
                    <a:pt x="3297955" y="2642607"/>
                    <a:pt x="3292069" y="2643188"/>
                    <a:pt x="3286125" y="2643188"/>
                  </a:cubicBezTo>
                  <a:lnTo>
                    <a:pt x="95250" y="2643188"/>
                  </a:lnTo>
                  <a:cubicBezTo>
                    <a:pt x="89309" y="2643188"/>
                    <a:pt x="83424" y="2642607"/>
                    <a:pt x="77597" y="2641444"/>
                  </a:cubicBezTo>
                  <a:cubicBezTo>
                    <a:pt x="71769" y="2640292"/>
                    <a:pt x="66111" y="2638578"/>
                    <a:pt x="60622" y="2636301"/>
                  </a:cubicBezTo>
                  <a:cubicBezTo>
                    <a:pt x="55133" y="2634025"/>
                    <a:pt x="49918" y="2631234"/>
                    <a:pt x="44978" y="2627938"/>
                  </a:cubicBezTo>
                  <a:cubicBezTo>
                    <a:pt x="40037" y="2624633"/>
                    <a:pt x="35467" y="2620889"/>
                    <a:pt x="31266" y="2616680"/>
                  </a:cubicBezTo>
                  <a:cubicBezTo>
                    <a:pt x="27064" y="2612479"/>
                    <a:pt x="23313" y="2607916"/>
                    <a:pt x="20012" y="2602974"/>
                  </a:cubicBezTo>
                  <a:cubicBezTo>
                    <a:pt x="16711" y="2598029"/>
                    <a:pt x="13924" y="2592820"/>
                    <a:pt x="11650" y="2587324"/>
                  </a:cubicBezTo>
                  <a:cubicBezTo>
                    <a:pt x="9377" y="2581837"/>
                    <a:pt x="7660" y="2576179"/>
                    <a:pt x="6501" y="2570350"/>
                  </a:cubicBezTo>
                  <a:cubicBezTo>
                    <a:pt x="5342" y="2564531"/>
                    <a:pt x="4763" y="2558644"/>
                    <a:pt x="4763" y="25527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12" name="9A2DFB29-D454-47CD-DAF7-114224134F88"/>
          <p:cNvPicPr>
            <a:picLocks noChangeAspect="1"/>
          </p:cNvPicPr>
          <p:nvPr/>
        </p:nvPicPr>
        <p:blipFill>
          <a:blip r:embed="rId4" cstate="print">
            <a:extLst>
              <a:ext uri="{10DC8861-57C9-41B3-9818-BAAD9907923A}"/>
            </a:extLst>
          </a:blip>
          <a:srcRect/>
          <a:stretch>
            <a:fillRect/>
          </a:stretch>
        </p:blipFill>
        <p:spPr>
          <a:xfrm>
            <a:off x="6467235" y="1135654"/>
            <a:ext cx="3048000" cy="333375"/>
          </a:xfrm>
          <a:prstGeom prst="rect">
            <a:avLst/>
          </a:prstGeom>
        </p:spPr>
      </p:pic>
      <p:sp>
        <p:nvSpPr>
          <p:cNvPr id="13" name="TextBox13"/>
          <p:cNvSpPr txBox="1"/>
          <p:nvPr/>
        </p:nvSpPr>
        <p:spPr>
          <a:xfrm>
            <a:off x="610336" y="421608"/>
            <a:ext cx="5145090" cy="4188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Credit</a:t>
            </a:r>
            <a:r>
              <a:rPr baseline="0" lang="en-US" altLang="zh-CN" sz="2750" kern="0" spc="-14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Card</a:t>
            </a:r>
            <a:r>
              <a:rPr baseline="0" lang="en-US" altLang="zh-CN" sz="2750" kern="0" spc="-14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Transaction</a:t>
            </a:r>
            <a:r>
              <a:rPr baseline="0" lang="en-US" altLang="zh-CN" sz="2750" kern="0" spc="-14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</a:t>
            </a:r>
          </a:p>
        </p:txBody>
      </p:sp>
      <p:sp>
        <p:nvSpPr>
          <p:cNvPr id="14" name="VectorPath 14"/>
          <p:cNvSpPr/>
          <p:nvPr/>
        </p:nvSpPr>
        <p:spPr>
          <a:xfrm>
            <a:off x="6319144" y="334656"/>
            <a:ext cx="3028951" cy="590550"/>
          </a:xfrm>
          <a:custGeom>
            <a:rect l="l" t="t" r="r" b="b"/>
            <a:pathLst>
              <a:path w="3028951" h="590550">
                <a:moveTo>
                  <a:pt x="0" y="0"/>
                </a:moveTo>
                <a:lnTo>
                  <a:pt x="3028951" y="0"/>
                </a:lnTo>
                <a:lnTo>
                  <a:pt x="3028951" y="590550"/>
                </a:lnTo>
                <a:lnTo>
                  <a:pt x="0" y="59055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graphicFrame>
        <p:nvGraphicFramePr>
          <p:cNvPr id="15" name="Table15"/>
          <p:cNvGraphicFramePr>
            <a:graphicFrameLocks noGrp="1"/>
          </p:cNvGraphicFramePr>
          <p:nvPr/>
        </p:nvGraphicFramePr>
        <p:xfrm>
          <a:off x="6366785" y="382281"/>
          <a:ext cx="2934863" cy="495622"/>
        </p:xfrm>
        <a:graphic>
          <a:graphicData uri="http://schemas.openxmlformats.org/drawingml/2006/table">
            <a:tbl>
              <a:tblPr firstRow="1" bandRow="1">
                <a:tableStyleId>{3DF83946-E486-4B53-EBCE-69D9FD4C6E24}</a:tableStyleId>
              </a:tblPr>
              <a:tblGrid>
                <a:gridCol w="790784"/>
                <a:gridCol w="728613"/>
                <a:gridCol w="710093"/>
                <a:gridCol w="705372"/>
              </a:tblGrid>
              <a:tr h="495622">
                <a:tc>
                  <a:txBody>
                    <a:bodyPr/>
                    <a:lstStyle/>
                    <a:p>
                      <a:pPr marL="40878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5953" marR="7144" marT="56703" marB="5268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780"/>
                    </a:solidFill>
                  </a:tcPr>
                </a:tc>
                <a:tc>
                  <a:txBody>
                    <a:bodyPr/>
                    <a:lstStyle/>
                    <a:p>
                      <a:pPr marL="40421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6671" marB="5236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7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7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BF"/>
                    </a:solidFill>
                  </a:tcPr>
                </a:tc>
                <a:tc>
                  <a:txBody>
                    <a:bodyPr/>
                    <a:lstStyle/>
                    <a:p>
                      <a:pPr marL="40474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6661" marB="5226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A4FF"/>
                    </a:solidFill>
                  </a:tcPr>
                </a:tc>
                <a:tc>
                  <a:txBody>
                    <a:bodyPr/>
                    <a:lstStyle/>
                    <a:p>
                      <a:pPr marL="40432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5953" marT="56659" marB="5224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BBFF"/>
                    </a:solidFill>
                  </a:tcPr>
                </a:tc>
              </a:tr>
            </a:tbl>
          </a:graphicData>
        </a:graphic>
      </p:graphicFrame>
      <p:sp>
        <p:nvSpPr>
          <p:cNvPr id="16" name="VectorPath 16"/>
          <p:cNvSpPr/>
          <p:nvPr/>
        </p:nvSpPr>
        <p:spPr>
          <a:xfrm>
            <a:off x="9515918" y="334656"/>
            <a:ext cx="2724150" cy="590550"/>
          </a:xfrm>
          <a:custGeom>
            <a:rect l="l" t="t" r="r" b="b"/>
            <a:pathLst>
              <a:path w="2724150" h="590550">
                <a:moveTo>
                  <a:pt x="0" y="0"/>
                </a:moveTo>
                <a:lnTo>
                  <a:pt x="2724150" y="0"/>
                </a:lnTo>
                <a:lnTo>
                  <a:pt x="2724150" y="590550"/>
                </a:lnTo>
                <a:lnTo>
                  <a:pt x="0" y="59055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6000"/>
            </a:srgbClr>
          </a:solidFill>
        </p:spPr>
      </p:sp>
      <p:pic>
        <p:nvPicPr>
          <p:cNvPr id="17" name="097020F3-5513-418A-7DA6-70C1AA74F078"/>
          <p:cNvPicPr>
            <a:picLocks noChangeAspect="1"/>
          </p:cNvPicPr>
          <p:nvPr/>
        </p:nvPicPr>
        <p:blipFill>
          <a:blip r:embed="rId5" cstate="print">
            <a:extLst>
              <a:ext uri="{02B3C34B-8C64-463A-F7D9-6DCFA58EDDCE}"/>
            </a:extLst>
          </a:blip>
          <a:srcRect/>
          <a:stretch>
            <a:fillRect/>
          </a:stretch>
        </p:blipFill>
        <p:spPr>
          <a:xfrm>
            <a:off x="9640566" y="406019"/>
            <a:ext cx="1038225" cy="133350"/>
          </a:xfrm>
          <a:prstGeom prst="rect">
            <a:avLst/>
          </a:prstGeom>
        </p:spPr>
      </p:pic>
      <p:sp>
        <p:nvSpPr>
          <p:cNvPr id="18" name="VectorPath 18"/>
          <p:cNvSpPr/>
          <p:nvPr/>
        </p:nvSpPr>
        <p:spPr>
          <a:xfrm>
            <a:off x="9611168" y="601356"/>
            <a:ext cx="2533650" cy="257175"/>
          </a:xfrm>
          <a:custGeom>
            <a:rect l="l" t="t" r="r" b="b"/>
            <a:pathLst>
              <a:path w="2533650" h="257175">
                <a:moveTo>
                  <a:pt x="0" y="0"/>
                </a:moveTo>
                <a:lnTo>
                  <a:pt x="2533650" y="0"/>
                </a:lnTo>
                <a:lnTo>
                  <a:pt x="2533650" y="257175"/>
                </a:lnTo>
                <a:lnTo>
                  <a:pt x="0" y="257175"/>
                </a:lnTo>
                <a:lnTo>
                  <a:pt x="0" y="0"/>
                </a:lnTo>
              </a:path>
            </a:pathLst>
          </a:custGeom>
          <a:solidFill>
            <a:srgbClr val="094780">
              <a:alpha val="100000"/>
            </a:srgbClr>
          </a:solidFill>
        </p:spPr>
      </p:sp>
      <p:sp>
        <p:nvSpPr>
          <p:cNvPr id="19" name="TextBox19"/>
          <p:cNvSpPr txBox="1"/>
          <p:nvPr/>
        </p:nvSpPr>
        <p:spPr>
          <a:xfrm>
            <a:off x="9639742" y="357012"/>
            <a:ext cx="1043363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15" baseline="0" noProof="0" dirty="0" smtClean="0">
                <a:solidFill>
                  <a:srgbClr val="000000">
                    <a:alpha val="0"/>
                  </a:srgbClr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W</a:t>
            </a:r>
            <a:r>
              <a:rPr lang="en-US" altLang="zh-CN" sz="1200" kern="0" spc="0" baseline="0" noProof="0" dirty="0" smtClean="0">
                <a:solidFill>
                  <a:srgbClr val="000000">
                    <a:alpha val="0"/>
                  </a:srgbClr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eek_Start_Date</a:t>
            </a:r>
          </a:p>
        </p:txBody>
      </p:sp>
      <p:pic>
        <p:nvPicPr>
          <p:cNvPr id="20" name="A878E6F9-76B4-40F7-0E49-246B7DDBAFBD"/>
          <p:cNvPicPr>
            <a:picLocks noChangeAspect="1"/>
          </p:cNvPicPr>
          <p:nvPr/>
        </p:nvPicPr>
        <p:blipFill>
          <a:blip r:embed="rId6" cstate="print">
            <a:extLst>
              <a:ext uri="{D9DC54A6-281F-40B8-3411-B641FF2E0BEA}"/>
            </a:extLst>
          </a:blip>
          <a:srcRect/>
          <a:stretch>
            <a:fillRect/>
          </a:stretch>
        </p:blipFill>
        <p:spPr>
          <a:xfrm>
            <a:off x="12004772" y="382281"/>
            <a:ext cx="123825" cy="123825"/>
          </a:xfrm>
          <a:prstGeom prst="rect">
            <a:avLst/>
          </a:prstGeom>
        </p:spPr>
      </p:pic>
      <p:sp>
        <p:nvSpPr>
          <p:cNvPr id="21" name="VectorPath 21"/>
          <p:cNvSpPr/>
          <p:nvPr/>
        </p:nvSpPr>
        <p:spPr>
          <a:xfrm>
            <a:off x="9611168" y="601356"/>
            <a:ext cx="2533650" cy="257175"/>
          </a:xfrm>
          <a:custGeom>
            <a:rect l="l" t="t" r="r" b="b"/>
            <a:pathLst>
              <a:path w="2533650" h="257175">
                <a:moveTo>
                  <a:pt x="4763" y="4763"/>
                </a:moveTo>
                <a:lnTo>
                  <a:pt x="2528888" y="4763"/>
                </a:lnTo>
                <a:lnTo>
                  <a:pt x="2528888" y="252412"/>
                </a:lnTo>
                <a:lnTo>
                  <a:pt x="4763" y="252412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EAEAEA">
                <a:alpha val="100000"/>
              </a:srgbClr>
            </a:solidFill>
            <a:miter lim="400000"/>
          </a:ln>
        </p:spPr>
      </p:sp>
      <p:sp>
        <p:nvSpPr>
          <p:cNvPr id="22" name="TextBox22"/>
          <p:cNvSpPr txBox="1"/>
          <p:nvPr/>
        </p:nvSpPr>
        <p:spPr>
          <a:xfrm>
            <a:off x="9668318" y="673823"/>
            <a:ext cx="143373" cy="1447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ll</a:t>
            </a:r>
          </a:p>
        </p:txBody>
      </p:sp>
      <p:pic>
        <p:nvPicPr>
          <p:cNvPr id="23" name="C979CA46-76D5-40DB-4A34-F43D70FA18C4"/>
          <p:cNvPicPr>
            <a:picLocks noChangeAspect="1"/>
          </p:cNvPicPr>
          <p:nvPr/>
        </p:nvPicPr>
        <p:blipFill>
          <a:blip r:embed="rId7" cstate="print">
            <a:extLst>
              <a:ext uri="{C0726CBD-5182-4DC9-B64E-9FCDEB8DECFF}"/>
            </a:extLst>
          </a:blip>
          <a:srcRect/>
          <a:stretch>
            <a:fillRect/>
          </a:stretch>
        </p:blipFill>
        <p:spPr>
          <a:xfrm>
            <a:off x="11963394" y="674285"/>
            <a:ext cx="142875" cy="142875"/>
          </a:xfrm>
          <a:prstGeom prst="rect">
            <a:avLst/>
          </a:prstGeom>
        </p:spPr>
      </p:pic>
      <p:grpSp>
        <p:nvGrpSpPr>
          <p:cNvPr id="24" name="Combination 24"/>
          <p:cNvGrpSpPr/>
          <p:nvPr/>
        </p:nvGrpSpPr>
        <p:grpSpPr>
          <a:xfrm>
            <a:off x="319525" y="3834445"/>
            <a:ext cx="3152775" cy="3105150"/>
            <a:chOff x="319525" y="3834445"/>
            <a:chExt cx="3152775" cy="3105150"/>
          </a:xfrm>
        </p:grpSpPr>
        <p:sp>
          <p:nvSpPr>
            <p:cNvPr id="25" name="VectorPath 25"/>
            <p:cNvSpPr/>
            <p:nvPr/>
          </p:nvSpPr>
          <p:spPr>
            <a:xfrm>
              <a:off x="324287" y="3839208"/>
              <a:ext cx="3143250" cy="3095625"/>
            </a:xfrm>
            <a:custGeom>
              <a:rect l="l" t="t" r="r" b="b"/>
              <a:pathLst>
                <a:path w="3143250" h="3095625">
                  <a:moveTo>
                    <a:pt x="3061650" y="290"/>
                  </a:moveTo>
                  <a:cubicBezTo>
                    <a:pt x="3064577" y="724"/>
                    <a:pt x="3067503" y="1159"/>
                    <a:pt x="3070412" y="1739"/>
                  </a:cubicBezTo>
                  <a:lnTo>
                    <a:pt x="3070529" y="1762"/>
                  </a:lnTo>
                  <a:cubicBezTo>
                    <a:pt x="3076317" y="2921"/>
                    <a:pt x="3081936" y="4630"/>
                    <a:pt x="3087386" y="6888"/>
                  </a:cubicBezTo>
                  <a:lnTo>
                    <a:pt x="3087496" y="6933"/>
                  </a:lnTo>
                  <a:cubicBezTo>
                    <a:pt x="3092952" y="9199"/>
                    <a:pt x="3098125" y="11971"/>
                    <a:pt x="3103036" y="15250"/>
                  </a:cubicBezTo>
                  <a:lnTo>
                    <a:pt x="3103135" y="15316"/>
                  </a:lnTo>
                  <a:cubicBezTo>
                    <a:pt x="3108040" y="18601"/>
                    <a:pt x="3112570" y="22330"/>
                    <a:pt x="3116742" y="26503"/>
                  </a:cubicBezTo>
                  <a:lnTo>
                    <a:pt x="3116827" y="26587"/>
                  </a:lnTo>
                  <a:cubicBezTo>
                    <a:pt x="3121002" y="30766"/>
                    <a:pt x="3124718" y="35308"/>
                    <a:pt x="3128001" y="40215"/>
                  </a:cubicBezTo>
                  <a:lnTo>
                    <a:pt x="3128067" y="40314"/>
                  </a:lnTo>
                  <a:cubicBezTo>
                    <a:pt x="3131334" y="45225"/>
                    <a:pt x="3134102" y="50407"/>
                    <a:pt x="3136364" y="55859"/>
                  </a:cubicBezTo>
                  <a:lnTo>
                    <a:pt x="3136409" y="55969"/>
                  </a:lnTo>
                  <a:cubicBezTo>
                    <a:pt x="3138663" y="61424"/>
                    <a:pt x="3140363" y="67046"/>
                    <a:pt x="3141507" y="72834"/>
                  </a:cubicBezTo>
                  <a:lnTo>
                    <a:pt x="3141530" y="72951"/>
                  </a:lnTo>
                  <a:cubicBezTo>
                    <a:pt x="3142669" y="78701"/>
                    <a:pt x="3143242" y="84507"/>
                    <a:pt x="3143250" y="90369"/>
                  </a:cubicBezTo>
                  <a:lnTo>
                    <a:pt x="3143250" y="3005257"/>
                  </a:lnTo>
                  <a:lnTo>
                    <a:pt x="3142960" y="3014025"/>
                  </a:lnTo>
                  <a:cubicBezTo>
                    <a:pt x="3142524" y="3016952"/>
                    <a:pt x="3142088" y="3019878"/>
                    <a:pt x="3141507" y="3022787"/>
                  </a:cubicBezTo>
                  <a:lnTo>
                    <a:pt x="3141484" y="3022904"/>
                  </a:lnTo>
                  <a:cubicBezTo>
                    <a:pt x="3140332" y="3028692"/>
                    <a:pt x="3138625" y="3034311"/>
                    <a:pt x="3136364" y="3039761"/>
                  </a:cubicBezTo>
                  <a:lnTo>
                    <a:pt x="3136318" y="3039871"/>
                  </a:lnTo>
                  <a:cubicBezTo>
                    <a:pt x="3134050" y="3045327"/>
                    <a:pt x="3131275" y="3050500"/>
                    <a:pt x="3128001" y="3055411"/>
                  </a:cubicBezTo>
                  <a:lnTo>
                    <a:pt x="3127934" y="3055510"/>
                  </a:lnTo>
                  <a:cubicBezTo>
                    <a:pt x="3124646" y="3060415"/>
                    <a:pt x="3120924" y="3064945"/>
                    <a:pt x="3116742" y="3069117"/>
                  </a:cubicBezTo>
                  <a:lnTo>
                    <a:pt x="3116658" y="3069202"/>
                  </a:lnTo>
                  <a:cubicBezTo>
                    <a:pt x="3112481" y="3073377"/>
                    <a:pt x="3107946" y="3077093"/>
                    <a:pt x="3103036" y="3080375"/>
                  </a:cubicBezTo>
                  <a:lnTo>
                    <a:pt x="3102937" y="3080441"/>
                  </a:lnTo>
                  <a:cubicBezTo>
                    <a:pt x="3098023" y="3083709"/>
                    <a:pt x="3092846" y="3086478"/>
                    <a:pt x="3087386" y="3088739"/>
                  </a:cubicBezTo>
                  <a:lnTo>
                    <a:pt x="3087276" y="3088784"/>
                  </a:lnTo>
                  <a:cubicBezTo>
                    <a:pt x="3081824" y="3091038"/>
                    <a:pt x="3076203" y="3092737"/>
                    <a:pt x="3070412" y="3093882"/>
                  </a:cubicBezTo>
                  <a:lnTo>
                    <a:pt x="3070296" y="3093905"/>
                  </a:lnTo>
                  <a:cubicBezTo>
                    <a:pt x="3064554" y="3095044"/>
                    <a:pt x="3058745" y="3095618"/>
                    <a:pt x="3052882" y="3095625"/>
                  </a:cubicBezTo>
                  <a:lnTo>
                    <a:pt x="90369" y="3095625"/>
                  </a:lnTo>
                  <a:lnTo>
                    <a:pt x="81604" y="3095334"/>
                  </a:lnTo>
                  <a:cubicBezTo>
                    <a:pt x="78676" y="3094899"/>
                    <a:pt x="75748" y="3094463"/>
                    <a:pt x="72834" y="3093882"/>
                  </a:cubicBezTo>
                  <a:lnTo>
                    <a:pt x="72718" y="3093859"/>
                  </a:lnTo>
                  <a:cubicBezTo>
                    <a:pt x="66932" y="3092707"/>
                    <a:pt x="61312" y="3091000"/>
                    <a:pt x="55859" y="3088739"/>
                  </a:cubicBezTo>
                  <a:lnTo>
                    <a:pt x="55750" y="3088693"/>
                  </a:lnTo>
                  <a:cubicBezTo>
                    <a:pt x="50301" y="3086425"/>
                    <a:pt x="45123" y="3083649"/>
                    <a:pt x="40215" y="3080375"/>
                  </a:cubicBezTo>
                  <a:lnTo>
                    <a:pt x="40116" y="3080309"/>
                  </a:lnTo>
                  <a:cubicBezTo>
                    <a:pt x="35214" y="3077020"/>
                    <a:pt x="30676" y="3073299"/>
                    <a:pt x="26503" y="3069117"/>
                  </a:cubicBezTo>
                  <a:lnTo>
                    <a:pt x="26419" y="3069033"/>
                  </a:lnTo>
                  <a:cubicBezTo>
                    <a:pt x="22252" y="3064856"/>
                    <a:pt x="18529" y="3060321"/>
                    <a:pt x="15250" y="3055411"/>
                  </a:cubicBezTo>
                  <a:lnTo>
                    <a:pt x="15184" y="3055312"/>
                  </a:lnTo>
                  <a:cubicBezTo>
                    <a:pt x="11912" y="3050398"/>
                    <a:pt x="9146" y="3045221"/>
                    <a:pt x="6888" y="3039761"/>
                  </a:cubicBezTo>
                  <a:lnTo>
                    <a:pt x="6842" y="3039651"/>
                  </a:lnTo>
                  <a:cubicBezTo>
                    <a:pt x="4591" y="3034199"/>
                    <a:pt x="2890" y="3028578"/>
                    <a:pt x="1739" y="3022787"/>
                  </a:cubicBezTo>
                  <a:lnTo>
                    <a:pt x="1715" y="3022671"/>
                  </a:lnTo>
                  <a:cubicBezTo>
                    <a:pt x="580" y="3016928"/>
                    <a:pt x="8" y="3011120"/>
                    <a:pt x="0" y="3005257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2"/>
                    <a:pt x="15250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5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30528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6" name="VectorPath 26"/>
            <p:cNvSpPr/>
            <p:nvPr/>
          </p:nvSpPr>
          <p:spPr>
            <a:xfrm>
              <a:off x="319525" y="3834445"/>
              <a:ext cx="3152775" cy="3105150"/>
            </a:xfrm>
            <a:custGeom>
              <a:rect l="l" t="t" r="r" b="b"/>
              <a:pathLst>
                <a:path w="3152775" h="3105150">
                  <a:moveTo>
                    <a:pt x="4763" y="3009900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2" y="49918"/>
                    <a:pt x="20012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8" y="4763"/>
                    <a:pt x="95250" y="4763"/>
                  </a:cubicBezTo>
                  <a:lnTo>
                    <a:pt x="3057525" y="4763"/>
                  </a:lnTo>
                  <a:cubicBezTo>
                    <a:pt x="3063469" y="4763"/>
                    <a:pt x="3069356" y="5342"/>
                    <a:pt x="3075175" y="6501"/>
                  </a:cubicBezTo>
                  <a:cubicBezTo>
                    <a:pt x="3081005" y="7660"/>
                    <a:pt x="3086662" y="9377"/>
                    <a:pt x="3092149" y="11650"/>
                  </a:cubicBezTo>
                  <a:cubicBezTo>
                    <a:pt x="3097645" y="13924"/>
                    <a:pt x="3102855" y="16711"/>
                    <a:pt x="3107798" y="20012"/>
                  </a:cubicBezTo>
                  <a:cubicBezTo>
                    <a:pt x="3112742" y="23313"/>
                    <a:pt x="3117305" y="27064"/>
                    <a:pt x="3121505" y="31266"/>
                  </a:cubicBezTo>
                  <a:cubicBezTo>
                    <a:pt x="3125714" y="35467"/>
                    <a:pt x="3129458" y="40037"/>
                    <a:pt x="3132763" y="44978"/>
                  </a:cubicBezTo>
                  <a:cubicBezTo>
                    <a:pt x="3136059" y="49918"/>
                    <a:pt x="3138850" y="55133"/>
                    <a:pt x="3141126" y="60622"/>
                  </a:cubicBezTo>
                  <a:cubicBezTo>
                    <a:pt x="3143403" y="66111"/>
                    <a:pt x="3145117" y="71769"/>
                    <a:pt x="3146270" y="77597"/>
                  </a:cubicBezTo>
                  <a:cubicBezTo>
                    <a:pt x="3147432" y="83424"/>
                    <a:pt x="3148013" y="89309"/>
                    <a:pt x="3148013" y="95250"/>
                  </a:cubicBezTo>
                  <a:lnTo>
                    <a:pt x="3148013" y="3009900"/>
                  </a:lnTo>
                  <a:cubicBezTo>
                    <a:pt x="3148013" y="3015844"/>
                    <a:pt x="3147432" y="3021731"/>
                    <a:pt x="3146270" y="3027550"/>
                  </a:cubicBezTo>
                  <a:cubicBezTo>
                    <a:pt x="3145117" y="3033379"/>
                    <a:pt x="3143403" y="3039037"/>
                    <a:pt x="3141126" y="3044524"/>
                  </a:cubicBezTo>
                  <a:cubicBezTo>
                    <a:pt x="3138850" y="3050020"/>
                    <a:pt x="3136059" y="3055229"/>
                    <a:pt x="3132763" y="3060173"/>
                  </a:cubicBezTo>
                  <a:cubicBezTo>
                    <a:pt x="3129458" y="3065116"/>
                    <a:pt x="3125714" y="3069679"/>
                    <a:pt x="3121505" y="3073880"/>
                  </a:cubicBezTo>
                  <a:cubicBezTo>
                    <a:pt x="3117305" y="3078090"/>
                    <a:pt x="3112742" y="3081833"/>
                    <a:pt x="3107798" y="3085138"/>
                  </a:cubicBezTo>
                  <a:cubicBezTo>
                    <a:pt x="3102855" y="3088434"/>
                    <a:pt x="3097645" y="3091225"/>
                    <a:pt x="3092149" y="3093501"/>
                  </a:cubicBezTo>
                  <a:cubicBezTo>
                    <a:pt x="3086662" y="3095778"/>
                    <a:pt x="3081005" y="3097492"/>
                    <a:pt x="3075175" y="3098644"/>
                  </a:cubicBezTo>
                  <a:cubicBezTo>
                    <a:pt x="3069356" y="3099807"/>
                    <a:pt x="3063469" y="3100388"/>
                    <a:pt x="3057525" y="3100388"/>
                  </a:cubicBezTo>
                  <a:lnTo>
                    <a:pt x="95250" y="3100388"/>
                  </a:lnTo>
                  <a:cubicBezTo>
                    <a:pt x="89308" y="3100388"/>
                    <a:pt x="83424" y="3099807"/>
                    <a:pt x="77597" y="3098644"/>
                  </a:cubicBezTo>
                  <a:cubicBezTo>
                    <a:pt x="71769" y="3097492"/>
                    <a:pt x="66111" y="3095778"/>
                    <a:pt x="60622" y="3093501"/>
                  </a:cubicBezTo>
                  <a:cubicBezTo>
                    <a:pt x="55133" y="3091225"/>
                    <a:pt x="49918" y="3088434"/>
                    <a:pt x="44978" y="3085138"/>
                  </a:cubicBezTo>
                  <a:cubicBezTo>
                    <a:pt x="40038" y="3081833"/>
                    <a:pt x="35467" y="3078090"/>
                    <a:pt x="31266" y="3073880"/>
                  </a:cubicBezTo>
                  <a:cubicBezTo>
                    <a:pt x="27064" y="3069679"/>
                    <a:pt x="23313" y="3065116"/>
                    <a:pt x="20012" y="3060173"/>
                  </a:cubicBezTo>
                  <a:cubicBezTo>
                    <a:pt x="16712" y="3055229"/>
                    <a:pt x="13924" y="3050020"/>
                    <a:pt x="11650" y="3044524"/>
                  </a:cubicBezTo>
                  <a:cubicBezTo>
                    <a:pt x="9377" y="3039037"/>
                    <a:pt x="7660" y="3033379"/>
                    <a:pt x="6501" y="3027550"/>
                  </a:cubicBezTo>
                  <a:cubicBezTo>
                    <a:pt x="5342" y="3021731"/>
                    <a:pt x="4763" y="3015844"/>
                    <a:pt x="4763" y="3009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27" name="D9E3DB39-1FE0-41A4-AE71-9BF60531E2AC"/>
          <p:cNvPicPr>
            <a:picLocks noChangeAspect="1"/>
          </p:cNvPicPr>
          <p:nvPr/>
        </p:nvPicPr>
        <p:blipFill>
          <a:blip r:embed="rId8" cstate="print">
            <a:extLst>
              <a:ext uri="{1E10CD41-E888-479E-381C-A17B6B177840}"/>
            </a:extLst>
          </a:blip>
          <a:srcRect/>
          <a:stretch>
            <a:fillRect/>
          </a:stretch>
        </p:blipFill>
        <p:spPr>
          <a:xfrm>
            <a:off x="637513" y="3908219"/>
            <a:ext cx="2543175" cy="152400"/>
          </a:xfrm>
          <a:prstGeom prst="rect">
            <a:avLst/>
          </a:prstGeom>
        </p:spPr>
      </p:pic>
      <p:grpSp>
        <p:nvGrpSpPr>
          <p:cNvPr id="28" name="Combination 28"/>
          <p:cNvGrpSpPr/>
          <p:nvPr/>
        </p:nvGrpSpPr>
        <p:grpSpPr>
          <a:xfrm>
            <a:off x="1272025" y="3834445"/>
            <a:ext cx="5609613" cy="3105150"/>
            <a:chOff x="1272025" y="3834445"/>
            <a:chExt cx="5609613" cy="3105150"/>
          </a:xfrm>
        </p:grpSpPr>
        <p:sp>
          <p:nvSpPr>
            <p:cNvPr id="29" name="VectorPath 29"/>
            <p:cNvSpPr/>
            <p:nvPr/>
          </p:nvSpPr>
          <p:spPr>
            <a:xfrm>
              <a:off x="1272025" y="4325555"/>
              <a:ext cx="1661132" cy="287702"/>
            </a:xfrm>
            <a:custGeom>
              <a:rect l="l" t="t" r="r" b="b"/>
              <a:pathLst>
                <a:path w="1661132" h="287702">
                  <a:moveTo>
                    <a:pt x="0" y="0"/>
                  </a:moveTo>
                  <a:lnTo>
                    <a:pt x="1661132" y="0"/>
                  </a:lnTo>
                  <a:lnTo>
                    <a:pt x="1661132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0" name="VectorPath 30"/>
            <p:cNvSpPr/>
            <p:nvPr/>
          </p:nvSpPr>
          <p:spPr>
            <a:xfrm>
              <a:off x="1272025" y="4696081"/>
              <a:ext cx="828144" cy="287702"/>
            </a:xfrm>
            <a:custGeom>
              <a:rect l="l" t="t" r="r" b="b"/>
              <a:pathLst>
                <a:path w="828144" h="287702">
                  <a:moveTo>
                    <a:pt x="0" y="0"/>
                  </a:moveTo>
                  <a:lnTo>
                    <a:pt x="828144" y="0"/>
                  </a:lnTo>
                  <a:lnTo>
                    <a:pt x="828144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1" name="VectorPath 31"/>
            <p:cNvSpPr/>
            <p:nvPr/>
          </p:nvSpPr>
          <p:spPr>
            <a:xfrm>
              <a:off x="1272025" y="5066606"/>
              <a:ext cx="631939" cy="287702"/>
            </a:xfrm>
            <a:custGeom>
              <a:rect l="l" t="t" r="r" b="b"/>
              <a:pathLst>
                <a:path w="631939" h="287702">
                  <a:moveTo>
                    <a:pt x="0" y="0"/>
                  </a:moveTo>
                  <a:lnTo>
                    <a:pt x="631939" y="0"/>
                  </a:lnTo>
                  <a:lnTo>
                    <a:pt x="631939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2" name="VectorPath 32"/>
            <p:cNvSpPr/>
            <p:nvPr/>
          </p:nvSpPr>
          <p:spPr>
            <a:xfrm>
              <a:off x="1272025" y="5437131"/>
              <a:ext cx="610275" cy="287702"/>
            </a:xfrm>
            <a:custGeom>
              <a:rect l="l" t="t" r="r" b="b"/>
              <a:pathLst>
                <a:path w="610275" h="287702">
                  <a:moveTo>
                    <a:pt x="0" y="0"/>
                  </a:moveTo>
                  <a:lnTo>
                    <a:pt x="610275" y="0"/>
                  </a:lnTo>
                  <a:lnTo>
                    <a:pt x="610275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3" name="VectorPath 33"/>
            <p:cNvSpPr/>
            <p:nvPr/>
          </p:nvSpPr>
          <p:spPr>
            <a:xfrm>
              <a:off x="1272025" y="5807654"/>
              <a:ext cx="207781" cy="287702"/>
            </a:xfrm>
            <a:custGeom>
              <a:rect l="l" t="t" r="r" b="b"/>
              <a:pathLst>
                <a:path w="207781" h="287702">
                  <a:moveTo>
                    <a:pt x="0" y="0"/>
                  </a:moveTo>
                  <a:lnTo>
                    <a:pt x="207781" y="0"/>
                  </a:lnTo>
                  <a:lnTo>
                    <a:pt x="207781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4" name="VectorPath 34"/>
            <p:cNvSpPr/>
            <p:nvPr/>
          </p:nvSpPr>
          <p:spPr>
            <a:xfrm>
              <a:off x="1272025" y="6178186"/>
              <a:ext cx="180520" cy="287702"/>
            </a:xfrm>
            <a:custGeom>
              <a:rect l="l" t="t" r="r" b="b"/>
              <a:pathLst>
                <a:path w="180520" h="287702">
                  <a:moveTo>
                    <a:pt x="0" y="0"/>
                  </a:moveTo>
                  <a:lnTo>
                    <a:pt x="180520" y="0"/>
                  </a:lnTo>
                  <a:lnTo>
                    <a:pt x="180520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5" name="VectorPath 35"/>
            <p:cNvSpPr/>
            <p:nvPr/>
          </p:nvSpPr>
          <p:spPr>
            <a:xfrm>
              <a:off x="3657425" y="3839208"/>
              <a:ext cx="3219450" cy="3095625"/>
            </a:xfrm>
            <a:custGeom>
              <a:rect l="l" t="t" r="r" b="b"/>
              <a:pathLst>
                <a:path w="3219450" h="3095625">
                  <a:moveTo>
                    <a:pt x="3137850" y="290"/>
                  </a:moveTo>
                  <a:cubicBezTo>
                    <a:pt x="3140777" y="724"/>
                    <a:pt x="3143703" y="1159"/>
                    <a:pt x="3146612" y="1739"/>
                  </a:cubicBezTo>
                  <a:lnTo>
                    <a:pt x="3146729" y="1762"/>
                  </a:lnTo>
                  <a:cubicBezTo>
                    <a:pt x="3152518" y="2921"/>
                    <a:pt x="3158136" y="4630"/>
                    <a:pt x="3163586" y="6888"/>
                  </a:cubicBezTo>
                  <a:lnTo>
                    <a:pt x="3163696" y="6933"/>
                  </a:lnTo>
                  <a:cubicBezTo>
                    <a:pt x="3169152" y="9199"/>
                    <a:pt x="3174325" y="11971"/>
                    <a:pt x="3179236" y="15250"/>
                  </a:cubicBezTo>
                  <a:lnTo>
                    <a:pt x="3179335" y="15316"/>
                  </a:lnTo>
                  <a:cubicBezTo>
                    <a:pt x="3184240" y="18601"/>
                    <a:pt x="3188770" y="22330"/>
                    <a:pt x="3192942" y="26503"/>
                  </a:cubicBezTo>
                  <a:lnTo>
                    <a:pt x="3193027" y="26587"/>
                  </a:lnTo>
                  <a:cubicBezTo>
                    <a:pt x="3197202" y="30766"/>
                    <a:pt x="3200918" y="35308"/>
                    <a:pt x="3204201" y="40215"/>
                  </a:cubicBezTo>
                  <a:lnTo>
                    <a:pt x="3204267" y="40314"/>
                  </a:lnTo>
                  <a:cubicBezTo>
                    <a:pt x="3207533" y="45225"/>
                    <a:pt x="3210302" y="50407"/>
                    <a:pt x="3212564" y="55859"/>
                  </a:cubicBezTo>
                  <a:lnTo>
                    <a:pt x="3212609" y="55969"/>
                  </a:lnTo>
                  <a:cubicBezTo>
                    <a:pt x="3214854" y="61424"/>
                    <a:pt x="3216562" y="67046"/>
                    <a:pt x="3217707" y="72834"/>
                  </a:cubicBezTo>
                  <a:lnTo>
                    <a:pt x="3217730" y="72951"/>
                  </a:lnTo>
                  <a:cubicBezTo>
                    <a:pt x="3218869" y="78701"/>
                    <a:pt x="3219442" y="84507"/>
                    <a:pt x="3219450" y="90369"/>
                  </a:cubicBezTo>
                  <a:lnTo>
                    <a:pt x="3219450" y="3005257"/>
                  </a:lnTo>
                  <a:lnTo>
                    <a:pt x="3219159" y="3014025"/>
                  </a:lnTo>
                  <a:cubicBezTo>
                    <a:pt x="3218724" y="3016952"/>
                    <a:pt x="3218288" y="3019878"/>
                    <a:pt x="3217707" y="3022787"/>
                  </a:cubicBezTo>
                  <a:lnTo>
                    <a:pt x="3217684" y="3022904"/>
                  </a:lnTo>
                  <a:cubicBezTo>
                    <a:pt x="3216531" y="3028692"/>
                    <a:pt x="3214816" y="3034311"/>
                    <a:pt x="3212564" y="3039761"/>
                  </a:cubicBezTo>
                  <a:lnTo>
                    <a:pt x="3212517" y="3039871"/>
                  </a:lnTo>
                  <a:cubicBezTo>
                    <a:pt x="3210250" y="3045326"/>
                    <a:pt x="3207475" y="3050500"/>
                    <a:pt x="3204201" y="3055411"/>
                  </a:cubicBezTo>
                  <a:lnTo>
                    <a:pt x="3204134" y="3055510"/>
                  </a:lnTo>
                  <a:cubicBezTo>
                    <a:pt x="3200846" y="3060415"/>
                    <a:pt x="3197124" y="3064945"/>
                    <a:pt x="3192942" y="3069117"/>
                  </a:cubicBezTo>
                  <a:lnTo>
                    <a:pt x="3192858" y="3069202"/>
                  </a:lnTo>
                  <a:cubicBezTo>
                    <a:pt x="3188681" y="3073377"/>
                    <a:pt x="3184146" y="3077093"/>
                    <a:pt x="3179236" y="3080375"/>
                  </a:cubicBezTo>
                  <a:lnTo>
                    <a:pt x="3179137" y="3080441"/>
                  </a:lnTo>
                  <a:cubicBezTo>
                    <a:pt x="3174223" y="3083709"/>
                    <a:pt x="3169045" y="3086478"/>
                    <a:pt x="3163586" y="3088739"/>
                  </a:cubicBezTo>
                  <a:lnTo>
                    <a:pt x="3163476" y="3088784"/>
                  </a:lnTo>
                  <a:cubicBezTo>
                    <a:pt x="3158024" y="3091038"/>
                    <a:pt x="3152403" y="3092737"/>
                    <a:pt x="3146612" y="3093882"/>
                  </a:cubicBezTo>
                  <a:lnTo>
                    <a:pt x="3146496" y="3093905"/>
                  </a:lnTo>
                  <a:cubicBezTo>
                    <a:pt x="3140754" y="3095044"/>
                    <a:pt x="3134945" y="3095618"/>
                    <a:pt x="3129082" y="3095625"/>
                  </a:cubicBezTo>
                  <a:lnTo>
                    <a:pt x="90369" y="3095625"/>
                  </a:lnTo>
                  <a:lnTo>
                    <a:pt x="81604" y="3095334"/>
                  </a:lnTo>
                  <a:cubicBezTo>
                    <a:pt x="78676" y="3094899"/>
                    <a:pt x="75748" y="3094463"/>
                    <a:pt x="72834" y="3093882"/>
                  </a:cubicBezTo>
                  <a:lnTo>
                    <a:pt x="72718" y="3093859"/>
                  </a:lnTo>
                  <a:cubicBezTo>
                    <a:pt x="66932" y="3092707"/>
                    <a:pt x="61312" y="3091000"/>
                    <a:pt x="55859" y="3088739"/>
                  </a:cubicBezTo>
                  <a:lnTo>
                    <a:pt x="55750" y="3088693"/>
                  </a:lnTo>
                  <a:cubicBezTo>
                    <a:pt x="50301" y="3086425"/>
                    <a:pt x="45122" y="3083649"/>
                    <a:pt x="40215" y="3080375"/>
                  </a:cubicBezTo>
                  <a:lnTo>
                    <a:pt x="40117" y="3080309"/>
                  </a:lnTo>
                  <a:cubicBezTo>
                    <a:pt x="35214" y="3077020"/>
                    <a:pt x="30676" y="3073299"/>
                    <a:pt x="26503" y="3069117"/>
                  </a:cubicBezTo>
                  <a:lnTo>
                    <a:pt x="26419" y="3069033"/>
                  </a:lnTo>
                  <a:cubicBezTo>
                    <a:pt x="22252" y="3064856"/>
                    <a:pt x="18529" y="3060321"/>
                    <a:pt x="15250" y="3055411"/>
                  </a:cubicBezTo>
                  <a:lnTo>
                    <a:pt x="15184" y="3055312"/>
                  </a:lnTo>
                  <a:cubicBezTo>
                    <a:pt x="11912" y="3050398"/>
                    <a:pt x="9146" y="3045221"/>
                    <a:pt x="6888" y="3039761"/>
                  </a:cubicBezTo>
                  <a:lnTo>
                    <a:pt x="6842" y="3039651"/>
                  </a:lnTo>
                  <a:cubicBezTo>
                    <a:pt x="4591" y="3034199"/>
                    <a:pt x="2890" y="3028578"/>
                    <a:pt x="1739" y="3022787"/>
                  </a:cubicBezTo>
                  <a:lnTo>
                    <a:pt x="1715" y="3022671"/>
                  </a:lnTo>
                  <a:cubicBezTo>
                    <a:pt x="579" y="3016928"/>
                    <a:pt x="8" y="3011120"/>
                    <a:pt x="0" y="3005257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30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2"/>
                    <a:pt x="15250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31290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36" name="VectorPath 36"/>
            <p:cNvSpPr/>
            <p:nvPr/>
          </p:nvSpPr>
          <p:spPr>
            <a:xfrm>
              <a:off x="3652662" y="3834445"/>
              <a:ext cx="3228975" cy="3105150"/>
            </a:xfrm>
            <a:custGeom>
              <a:rect l="l" t="t" r="r" b="b"/>
              <a:pathLst>
                <a:path w="3228975" h="3105150">
                  <a:moveTo>
                    <a:pt x="4763" y="3009900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2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7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3133725" y="4763"/>
                  </a:lnTo>
                  <a:cubicBezTo>
                    <a:pt x="3139669" y="4763"/>
                    <a:pt x="3145555" y="5342"/>
                    <a:pt x="3151374" y="6501"/>
                  </a:cubicBezTo>
                  <a:cubicBezTo>
                    <a:pt x="3157204" y="7660"/>
                    <a:pt x="3162862" y="9377"/>
                    <a:pt x="3168349" y="11650"/>
                  </a:cubicBezTo>
                  <a:cubicBezTo>
                    <a:pt x="3173845" y="13924"/>
                    <a:pt x="3179054" y="16711"/>
                    <a:pt x="3183998" y="20012"/>
                  </a:cubicBezTo>
                  <a:cubicBezTo>
                    <a:pt x="3188942" y="23313"/>
                    <a:pt x="3193504" y="27064"/>
                    <a:pt x="3197704" y="31266"/>
                  </a:cubicBezTo>
                  <a:cubicBezTo>
                    <a:pt x="3201915" y="35467"/>
                    <a:pt x="3205658" y="40037"/>
                    <a:pt x="3208963" y="44978"/>
                  </a:cubicBezTo>
                  <a:cubicBezTo>
                    <a:pt x="3212259" y="49918"/>
                    <a:pt x="3215050" y="55133"/>
                    <a:pt x="3217326" y="60622"/>
                  </a:cubicBezTo>
                  <a:cubicBezTo>
                    <a:pt x="3219593" y="66111"/>
                    <a:pt x="3221317" y="71769"/>
                    <a:pt x="3222469" y="77597"/>
                  </a:cubicBezTo>
                  <a:cubicBezTo>
                    <a:pt x="3223631" y="83424"/>
                    <a:pt x="3224213" y="89309"/>
                    <a:pt x="3224213" y="95250"/>
                  </a:cubicBezTo>
                  <a:lnTo>
                    <a:pt x="3224213" y="3009900"/>
                  </a:lnTo>
                  <a:cubicBezTo>
                    <a:pt x="3224213" y="3015844"/>
                    <a:pt x="3223631" y="3021731"/>
                    <a:pt x="3222469" y="3027550"/>
                  </a:cubicBezTo>
                  <a:cubicBezTo>
                    <a:pt x="3221317" y="3033379"/>
                    <a:pt x="3219593" y="3039037"/>
                    <a:pt x="3217326" y="3044524"/>
                  </a:cubicBezTo>
                  <a:cubicBezTo>
                    <a:pt x="3215050" y="3050020"/>
                    <a:pt x="3212259" y="3055229"/>
                    <a:pt x="3208963" y="3060173"/>
                  </a:cubicBezTo>
                  <a:cubicBezTo>
                    <a:pt x="3205658" y="3065116"/>
                    <a:pt x="3201915" y="3069679"/>
                    <a:pt x="3197704" y="3073880"/>
                  </a:cubicBezTo>
                  <a:cubicBezTo>
                    <a:pt x="3193504" y="3078090"/>
                    <a:pt x="3188942" y="3081833"/>
                    <a:pt x="3183998" y="3085138"/>
                  </a:cubicBezTo>
                  <a:cubicBezTo>
                    <a:pt x="3179054" y="3088434"/>
                    <a:pt x="3173845" y="3091225"/>
                    <a:pt x="3168349" y="3093501"/>
                  </a:cubicBezTo>
                  <a:cubicBezTo>
                    <a:pt x="3162862" y="3095778"/>
                    <a:pt x="3157204" y="3097492"/>
                    <a:pt x="3151374" y="3098644"/>
                  </a:cubicBezTo>
                  <a:cubicBezTo>
                    <a:pt x="3145555" y="3099807"/>
                    <a:pt x="3139669" y="3100388"/>
                    <a:pt x="3133725" y="3100388"/>
                  </a:cubicBezTo>
                  <a:lnTo>
                    <a:pt x="95250" y="3100388"/>
                  </a:lnTo>
                  <a:cubicBezTo>
                    <a:pt x="89309" y="3100388"/>
                    <a:pt x="83424" y="3099807"/>
                    <a:pt x="77597" y="3098644"/>
                  </a:cubicBezTo>
                  <a:cubicBezTo>
                    <a:pt x="71769" y="3097492"/>
                    <a:pt x="66111" y="3095778"/>
                    <a:pt x="60622" y="3093501"/>
                  </a:cubicBezTo>
                  <a:cubicBezTo>
                    <a:pt x="55133" y="3091225"/>
                    <a:pt x="49918" y="3088434"/>
                    <a:pt x="44978" y="3085138"/>
                  </a:cubicBezTo>
                  <a:cubicBezTo>
                    <a:pt x="40037" y="3081833"/>
                    <a:pt x="35467" y="3078090"/>
                    <a:pt x="31266" y="3073880"/>
                  </a:cubicBezTo>
                  <a:cubicBezTo>
                    <a:pt x="27064" y="3069679"/>
                    <a:pt x="23313" y="3065116"/>
                    <a:pt x="20012" y="3060173"/>
                  </a:cubicBezTo>
                  <a:cubicBezTo>
                    <a:pt x="16711" y="3055229"/>
                    <a:pt x="13924" y="3050020"/>
                    <a:pt x="11650" y="3044524"/>
                  </a:cubicBezTo>
                  <a:cubicBezTo>
                    <a:pt x="9377" y="3039037"/>
                    <a:pt x="7660" y="3033379"/>
                    <a:pt x="6501" y="3027550"/>
                  </a:cubicBezTo>
                  <a:cubicBezTo>
                    <a:pt x="5342" y="3021731"/>
                    <a:pt x="4763" y="3015844"/>
                    <a:pt x="4763" y="3009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37" name="3D22F3E2-3AE1-4A11-7AD6-E7327A1F1134"/>
          <p:cNvPicPr>
            <a:picLocks noChangeAspect="1"/>
          </p:cNvPicPr>
          <p:nvPr/>
        </p:nvPicPr>
        <p:blipFill>
          <a:blip r:embed="rId9" cstate="print">
            <a:extLst>
              <a:ext uri="{B6EDAB42-A6AD-48CB-65FB-54C1A9FA7732}"/>
            </a:extLst>
          </a:blip>
          <a:srcRect/>
          <a:stretch>
            <a:fillRect/>
          </a:stretch>
        </p:blipFill>
        <p:spPr>
          <a:xfrm>
            <a:off x="4078700" y="3908219"/>
            <a:ext cx="2390775" cy="152400"/>
          </a:xfrm>
          <a:prstGeom prst="rect">
            <a:avLst/>
          </a:prstGeom>
        </p:spPr>
      </p:pic>
      <p:grpSp>
        <p:nvGrpSpPr>
          <p:cNvPr id="38" name="Combination 38"/>
          <p:cNvGrpSpPr/>
          <p:nvPr/>
        </p:nvGrpSpPr>
        <p:grpSpPr>
          <a:xfrm>
            <a:off x="4633722" y="3834445"/>
            <a:ext cx="5032020" cy="3105150"/>
            <a:chOff x="4633722" y="3834445"/>
            <a:chExt cx="5032020" cy="3105150"/>
          </a:xfrm>
        </p:grpSpPr>
        <p:sp>
          <p:nvSpPr>
            <p:cNvPr id="39" name="VectorPath 39"/>
            <p:cNvSpPr/>
            <p:nvPr/>
          </p:nvSpPr>
          <p:spPr>
            <a:xfrm>
              <a:off x="4633722" y="4325555"/>
              <a:ext cx="1748962" cy="287702"/>
            </a:xfrm>
            <a:custGeom>
              <a:rect l="l" t="t" r="r" b="b"/>
              <a:pathLst>
                <a:path w="1748962" h="287702">
                  <a:moveTo>
                    <a:pt x="0" y="0"/>
                  </a:moveTo>
                  <a:lnTo>
                    <a:pt x="1748962" y="0"/>
                  </a:lnTo>
                  <a:lnTo>
                    <a:pt x="1748962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40" name="VectorPath 40"/>
            <p:cNvSpPr/>
            <p:nvPr/>
          </p:nvSpPr>
          <p:spPr>
            <a:xfrm>
              <a:off x="4633722" y="4696081"/>
              <a:ext cx="1017384" cy="287702"/>
            </a:xfrm>
            <a:custGeom>
              <a:rect l="l" t="t" r="r" b="b"/>
              <a:pathLst>
                <a:path w="1017384" h="287702">
                  <a:moveTo>
                    <a:pt x="0" y="0"/>
                  </a:moveTo>
                  <a:lnTo>
                    <a:pt x="1017384" y="0"/>
                  </a:lnTo>
                  <a:lnTo>
                    <a:pt x="1017384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41" name="VectorPath 41"/>
            <p:cNvSpPr/>
            <p:nvPr/>
          </p:nvSpPr>
          <p:spPr>
            <a:xfrm>
              <a:off x="4633722" y="5066606"/>
              <a:ext cx="831013" cy="287702"/>
            </a:xfrm>
            <a:custGeom>
              <a:rect l="l" t="t" r="r" b="b"/>
              <a:pathLst>
                <a:path w="831013" h="287702">
                  <a:moveTo>
                    <a:pt x="0" y="0"/>
                  </a:moveTo>
                  <a:lnTo>
                    <a:pt x="831013" y="0"/>
                  </a:lnTo>
                  <a:lnTo>
                    <a:pt x="831013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42" name="VectorPath 42"/>
            <p:cNvSpPr/>
            <p:nvPr/>
          </p:nvSpPr>
          <p:spPr>
            <a:xfrm>
              <a:off x="4633722" y="5437131"/>
              <a:ext cx="815920" cy="287702"/>
            </a:xfrm>
            <a:custGeom>
              <a:rect l="l" t="t" r="r" b="b"/>
              <a:pathLst>
                <a:path w="815920" h="287702">
                  <a:moveTo>
                    <a:pt x="0" y="0"/>
                  </a:moveTo>
                  <a:lnTo>
                    <a:pt x="815920" y="0"/>
                  </a:lnTo>
                  <a:lnTo>
                    <a:pt x="815920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43" name="VectorPath 43"/>
            <p:cNvSpPr/>
            <p:nvPr/>
          </p:nvSpPr>
          <p:spPr>
            <a:xfrm>
              <a:off x="4633722" y="5807654"/>
              <a:ext cx="694470" cy="287702"/>
            </a:xfrm>
            <a:custGeom>
              <a:rect l="l" t="t" r="r" b="b"/>
              <a:pathLst>
                <a:path w="694470" h="287702">
                  <a:moveTo>
                    <a:pt x="0" y="0"/>
                  </a:moveTo>
                  <a:lnTo>
                    <a:pt x="694470" y="0"/>
                  </a:lnTo>
                  <a:lnTo>
                    <a:pt x="694470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44" name="VectorPath 44"/>
            <p:cNvSpPr/>
            <p:nvPr/>
          </p:nvSpPr>
          <p:spPr>
            <a:xfrm>
              <a:off x="4633722" y="6178186"/>
              <a:ext cx="456174" cy="287702"/>
            </a:xfrm>
            <a:custGeom>
              <a:rect l="l" t="t" r="r" b="b"/>
              <a:pathLst>
                <a:path w="456174" h="287702">
                  <a:moveTo>
                    <a:pt x="0" y="0"/>
                  </a:moveTo>
                  <a:lnTo>
                    <a:pt x="456174" y="0"/>
                  </a:lnTo>
                  <a:lnTo>
                    <a:pt x="456174" y="287702"/>
                  </a:lnTo>
                  <a:lnTo>
                    <a:pt x="0" y="28770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45" name="VectorPath 45"/>
            <p:cNvSpPr/>
            <p:nvPr/>
          </p:nvSpPr>
          <p:spPr>
            <a:xfrm>
              <a:off x="7051130" y="3839208"/>
              <a:ext cx="2609850" cy="3095625"/>
            </a:xfrm>
            <a:custGeom>
              <a:rect l="l" t="t" r="r" b="b"/>
              <a:pathLst>
                <a:path w="2609850" h="3095625">
                  <a:moveTo>
                    <a:pt x="2528250" y="290"/>
                  </a:moveTo>
                  <a:cubicBezTo>
                    <a:pt x="2531177" y="724"/>
                    <a:pt x="2534103" y="1159"/>
                    <a:pt x="2537012" y="1739"/>
                  </a:cubicBezTo>
                  <a:lnTo>
                    <a:pt x="2537129" y="1762"/>
                  </a:lnTo>
                  <a:cubicBezTo>
                    <a:pt x="2542916" y="2921"/>
                    <a:pt x="2548536" y="4630"/>
                    <a:pt x="2553986" y="6888"/>
                  </a:cubicBezTo>
                  <a:lnTo>
                    <a:pt x="2554096" y="6933"/>
                  </a:lnTo>
                  <a:cubicBezTo>
                    <a:pt x="2559552" y="9199"/>
                    <a:pt x="2564725" y="11971"/>
                    <a:pt x="2569635" y="15250"/>
                  </a:cubicBezTo>
                  <a:lnTo>
                    <a:pt x="2569735" y="15316"/>
                  </a:lnTo>
                  <a:cubicBezTo>
                    <a:pt x="2574640" y="18601"/>
                    <a:pt x="2579170" y="22330"/>
                    <a:pt x="2583342" y="26503"/>
                  </a:cubicBezTo>
                  <a:lnTo>
                    <a:pt x="2583427" y="26587"/>
                  </a:lnTo>
                  <a:cubicBezTo>
                    <a:pt x="2587602" y="30766"/>
                    <a:pt x="2591318" y="35308"/>
                    <a:pt x="2594601" y="40215"/>
                  </a:cubicBezTo>
                  <a:lnTo>
                    <a:pt x="2594666" y="40314"/>
                  </a:lnTo>
                  <a:cubicBezTo>
                    <a:pt x="2597934" y="45225"/>
                    <a:pt x="2600702" y="50407"/>
                    <a:pt x="2602964" y="55859"/>
                  </a:cubicBezTo>
                  <a:lnTo>
                    <a:pt x="2603009" y="55969"/>
                  </a:lnTo>
                  <a:cubicBezTo>
                    <a:pt x="2605253" y="61424"/>
                    <a:pt x="2606962" y="67046"/>
                    <a:pt x="2608107" y="72834"/>
                  </a:cubicBezTo>
                  <a:lnTo>
                    <a:pt x="2608130" y="72951"/>
                  </a:lnTo>
                  <a:cubicBezTo>
                    <a:pt x="2609269" y="78701"/>
                    <a:pt x="2609842" y="84507"/>
                    <a:pt x="2609850" y="90369"/>
                  </a:cubicBezTo>
                  <a:lnTo>
                    <a:pt x="2609850" y="3005257"/>
                  </a:lnTo>
                  <a:lnTo>
                    <a:pt x="2609559" y="3014025"/>
                  </a:lnTo>
                  <a:cubicBezTo>
                    <a:pt x="2609124" y="3016952"/>
                    <a:pt x="2608688" y="3019878"/>
                    <a:pt x="2608107" y="3022787"/>
                  </a:cubicBezTo>
                  <a:lnTo>
                    <a:pt x="2608084" y="3022904"/>
                  </a:lnTo>
                  <a:cubicBezTo>
                    <a:pt x="2606931" y="3028692"/>
                    <a:pt x="2605216" y="3034311"/>
                    <a:pt x="2602964" y="3039761"/>
                  </a:cubicBezTo>
                  <a:lnTo>
                    <a:pt x="2602918" y="3039871"/>
                  </a:lnTo>
                  <a:cubicBezTo>
                    <a:pt x="2600649" y="3045327"/>
                    <a:pt x="2597874" y="3050500"/>
                    <a:pt x="2594601" y="3055411"/>
                  </a:cubicBezTo>
                  <a:lnTo>
                    <a:pt x="2594535" y="3055510"/>
                  </a:lnTo>
                  <a:cubicBezTo>
                    <a:pt x="2591246" y="3060415"/>
                    <a:pt x="2587524" y="3064945"/>
                    <a:pt x="2583342" y="3069117"/>
                  </a:cubicBezTo>
                  <a:lnTo>
                    <a:pt x="2583258" y="3069202"/>
                  </a:lnTo>
                  <a:cubicBezTo>
                    <a:pt x="2579081" y="3073377"/>
                    <a:pt x="2574546" y="3077093"/>
                    <a:pt x="2569635" y="3080375"/>
                  </a:cubicBezTo>
                  <a:lnTo>
                    <a:pt x="2569537" y="3080441"/>
                  </a:lnTo>
                  <a:cubicBezTo>
                    <a:pt x="2564623" y="3083709"/>
                    <a:pt x="2559445" y="3086478"/>
                    <a:pt x="2553986" y="3088739"/>
                  </a:cubicBezTo>
                  <a:lnTo>
                    <a:pt x="2553876" y="3088784"/>
                  </a:lnTo>
                  <a:cubicBezTo>
                    <a:pt x="2548424" y="3091038"/>
                    <a:pt x="2542803" y="3092737"/>
                    <a:pt x="2537012" y="3093882"/>
                  </a:cubicBezTo>
                  <a:lnTo>
                    <a:pt x="2536896" y="3093905"/>
                  </a:lnTo>
                  <a:cubicBezTo>
                    <a:pt x="2531154" y="3095044"/>
                    <a:pt x="2525345" y="3095618"/>
                    <a:pt x="2519482" y="3095625"/>
                  </a:cubicBezTo>
                  <a:lnTo>
                    <a:pt x="90369" y="3095625"/>
                  </a:lnTo>
                  <a:lnTo>
                    <a:pt x="81604" y="3095334"/>
                  </a:lnTo>
                  <a:cubicBezTo>
                    <a:pt x="78676" y="3094899"/>
                    <a:pt x="75748" y="3094463"/>
                    <a:pt x="72834" y="3093882"/>
                  </a:cubicBezTo>
                  <a:lnTo>
                    <a:pt x="72718" y="3093859"/>
                  </a:lnTo>
                  <a:cubicBezTo>
                    <a:pt x="66932" y="3092707"/>
                    <a:pt x="61312" y="3091000"/>
                    <a:pt x="55859" y="3088739"/>
                  </a:cubicBezTo>
                  <a:lnTo>
                    <a:pt x="55749" y="3088693"/>
                  </a:lnTo>
                  <a:cubicBezTo>
                    <a:pt x="50301" y="3086425"/>
                    <a:pt x="45123" y="3083649"/>
                    <a:pt x="40215" y="3080375"/>
                  </a:cubicBezTo>
                  <a:lnTo>
                    <a:pt x="40116" y="3080309"/>
                  </a:lnTo>
                  <a:cubicBezTo>
                    <a:pt x="35214" y="3077020"/>
                    <a:pt x="30676" y="3073299"/>
                    <a:pt x="26503" y="3069117"/>
                  </a:cubicBezTo>
                  <a:lnTo>
                    <a:pt x="26419" y="3069033"/>
                  </a:lnTo>
                  <a:cubicBezTo>
                    <a:pt x="22252" y="3064856"/>
                    <a:pt x="18529" y="3060321"/>
                    <a:pt x="15249" y="3055411"/>
                  </a:cubicBezTo>
                  <a:lnTo>
                    <a:pt x="15184" y="3055312"/>
                  </a:lnTo>
                  <a:cubicBezTo>
                    <a:pt x="11912" y="3050398"/>
                    <a:pt x="9147" y="3045221"/>
                    <a:pt x="6888" y="3039761"/>
                  </a:cubicBezTo>
                  <a:lnTo>
                    <a:pt x="6842" y="3039651"/>
                  </a:lnTo>
                  <a:cubicBezTo>
                    <a:pt x="4591" y="3034199"/>
                    <a:pt x="2890" y="3028578"/>
                    <a:pt x="1739" y="3022787"/>
                  </a:cubicBezTo>
                  <a:lnTo>
                    <a:pt x="1715" y="3022671"/>
                  </a:lnTo>
                  <a:cubicBezTo>
                    <a:pt x="580" y="3016928"/>
                    <a:pt x="8" y="3011120"/>
                    <a:pt x="0" y="3005257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5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4" y="55750"/>
                  </a:lnTo>
                  <a:cubicBezTo>
                    <a:pt x="9199" y="50301"/>
                    <a:pt x="11971" y="45122"/>
                    <a:pt x="15249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8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25194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6" name="VectorPath 46"/>
            <p:cNvSpPr/>
            <p:nvPr/>
          </p:nvSpPr>
          <p:spPr>
            <a:xfrm>
              <a:off x="7046367" y="3834445"/>
              <a:ext cx="2619375" cy="3105150"/>
            </a:xfrm>
            <a:custGeom>
              <a:rect l="l" t="t" r="r" b="b"/>
              <a:pathLst>
                <a:path w="2619375" h="3105150">
                  <a:moveTo>
                    <a:pt x="4763" y="3009900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3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2524125" y="4763"/>
                  </a:lnTo>
                  <a:cubicBezTo>
                    <a:pt x="2530069" y="4763"/>
                    <a:pt x="2535956" y="5342"/>
                    <a:pt x="2541774" y="6501"/>
                  </a:cubicBezTo>
                  <a:cubicBezTo>
                    <a:pt x="2547604" y="7660"/>
                    <a:pt x="2553262" y="9377"/>
                    <a:pt x="2558749" y="11650"/>
                  </a:cubicBezTo>
                  <a:cubicBezTo>
                    <a:pt x="2564245" y="13924"/>
                    <a:pt x="2569454" y="16711"/>
                    <a:pt x="2574398" y="20012"/>
                  </a:cubicBezTo>
                  <a:cubicBezTo>
                    <a:pt x="2579342" y="23313"/>
                    <a:pt x="2583904" y="27064"/>
                    <a:pt x="2588104" y="31266"/>
                  </a:cubicBezTo>
                  <a:cubicBezTo>
                    <a:pt x="2592315" y="35467"/>
                    <a:pt x="2596058" y="40037"/>
                    <a:pt x="2599363" y="44978"/>
                  </a:cubicBezTo>
                  <a:cubicBezTo>
                    <a:pt x="2602659" y="49918"/>
                    <a:pt x="2605450" y="55133"/>
                    <a:pt x="2607726" y="60622"/>
                  </a:cubicBezTo>
                  <a:cubicBezTo>
                    <a:pt x="2609993" y="66111"/>
                    <a:pt x="2611717" y="71769"/>
                    <a:pt x="2612869" y="77597"/>
                  </a:cubicBezTo>
                  <a:cubicBezTo>
                    <a:pt x="2614031" y="83424"/>
                    <a:pt x="2614613" y="89309"/>
                    <a:pt x="2614613" y="95250"/>
                  </a:cubicBezTo>
                  <a:lnTo>
                    <a:pt x="2614613" y="3009900"/>
                  </a:lnTo>
                  <a:cubicBezTo>
                    <a:pt x="2614613" y="3015844"/>
                    <a:pt x="2614031" y="3021731"/>
                    <a:pt x="2612869" y="3027550"/>
                  </a:cubicBezTo>
                  <a:cubicBezTo>
                    <a:pt x="2611717" y="3033379"/>
                    <a:pt x="2609993" y="3039037"/>
                    <a:pt x="2607726" y="3044524"/>
                  </a:cubicBezTo>
                  <a:cubicBezTo>
                    <a:pt x="2605450" y="3050020"/>
                    <a:pt x="2602659" y="3055229"/>
                    <a:pt x="2599363" y="3060173"/>
                  </a:cubicBezTo>
                  <a:cubicBezTo>
                    <a:pt x="2596058" y="3065116"/>
                    <a:pt x="2592315" y="3069679"/>
                    <a:pt x="2588104" y="3073880"/>
                  </a:cubicBezTo>
                  <a:cubicBezTo>
                    <a:pt x="2583904" y="3078090"/>
                    <a:pt x="2579342" y="3081833"/>
                    <a:pt x="2574398" y="3085138"/>
                  </a:cubicBezTo>
                  <a:cubicBezTo>
                    <a:pt x="2569454" y="3088434"/>
                    <a:pt x="2564245" y="3091225"/>
                    <a:pt x="2558749" y="3093501"/>
                  </a:cubicBezTo>
                  <a:cubicBezTo>
                    <a:pt x="2553262" y="3095778"/>
                    <a:pt x="2547604" y="3097492"/>
                    <a:pt x="2541774" y="3098644"/>
                  </a:cubicBezTo>
                  <a:cubicBezTo>
                    <a:pt x="2535956" y="3099807"/>
                    <a:pt x="2530069" y="3100388"/>
                    <a:pt x="2524125" y="3100388"/>
                  </a:cubicBezTo>
                  <a:lnTo>
                    <a:pt x="95250" y="3100388"/>
                  </a:lnTo>
                  <a:cubicBezTo>
                    <a:pt x="89309" y="3100388"/>
                    <a:pt x="83424" y="3099807"/>
                    <a:pt x="77597" y="3098644"/>
                  </a:cubicBezTo>
                  <a:cubicBezTo>
                    <a:pt x="71769" y="3097492"/>
                    <a:pt x="66111" y="3095778"/>
                    <a:pt x="60622" y="3093501"/>
                  </a:cubicBezTo>
                  <a:cubicBezTo>
                    <a:pt x="55133" y="3091225"/>
                    <a:pt x="49918" y="3088434"/>
                    <a:pt x="44978" y="3085138"/>
                  </a:cubicBezTo>
                  <a:cubicBezTo>
                    <a:pt x="40038" y="3081833"/>
                    <a:pt x="35467" y="3078090"/>
                    <a:pt x="31266" y="3073880"/>
                  </a:cubicBezTo>
                  <a:cubicBezTo>
                    <a:pt x="27064" y="3069679"/>
                    <a:pt x="23313" y="3065116"/>
                    <a:pt x="20013" y="3060173"/>
                  </a:cubicBezTo>
                  <a:cubicBezTo>
                    <a:pt x="16711" y="3055229"/>
                    <a:pt x="13924" y="3050020"/>
                    <a:pt x="11650" y="3044524"/>
                  </a:cubicBezTo>
                  <a:cubicBezTo>
                    <a:pt x="9377" y="3039037"/>
                    <a:pt x="7660" y="3033379"/>
                    <a:pt x="6501" y="3027550"/>
                  </a:cubicBezTo>
                  <a:cubicBezTo>
                    <a:pt x="5342" y="3021731"/>
                    <a:pt x="4763" y="3015844"/>
                    <a:pt x="4763" y="3009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7" name="65335057-5D6A-4151-5513-E19C656B4C30"/>
          <p:cNvPicPr>
            <a:picLocks noChangeAspect="1"/>
          </p:cNvPicPr>
          <p:nvPr/>
        </p:nvPicPr>
        <p:blipFill>
          <a:blip r:embed="rId10" cstate="print">
            <a:extLst>
              <a:ext uri="{9463D4A2-95D4-49AF-72AE-A831688B167B}"/>
            </a:extLst>
          </a:blip>
          <a:srcRect/>
          <a:stretch>
            <a:fillRect/>
          </a:stretch>
        </p:blipFill>
        <p:spPr>
          <a:xfrm>
            <a:off x="7155847" y="3908219"/>
            <a:ext cx="2428875" cy="152400"/>
          </a:xfrm>
          <a:prstGeom prst="rect">
            <a:avLst/>
          </a:prstGeom>
        </p:spPr>
      </p:pic>
      <p:grpSp>
        <p:nvGrpSpPr>
          <p:cNvPr id="48" name="Combination 48"/>
          <p:cNvGrpSpPr/>
          <p:nvPr/>
        </p:nvGrpSpPr>
        <p:grpSpPr>
          <a:xfrm>
            <a:off x="7713117" y="4389995"/>
            <a:ext cx="1433331" cy="1470821"/>
            <a:chOff x="7713117" y="4389995"/>
            <a:chExt cx="1433331" cy="1470821"/>
          </a:xfrm>
        </p:grpSpPr>
        <p:sp>
          <p:nvSpPr>
            <p:cNvPr id="49" name="VectorPath 49"/>
            <p:cNvSpPr/>
            <p:nvPr/>
          </p:nvSpPr>
          <p:spPr>
            <a:xfrm>
              <a:off x="7713117" y="4389995"/>
              <a:ext cx="1433331" cy="407578"/>
            </a:xfrm>
            <a:custGeom>
              <a:rect l="l" t="t" r="r" b="b"/>
              <a:pathLst>
                <a:path w="1433331" h="407578">
                  <a:moveTo>
                    <a:pt x="0" y="0"/>
                  </a:moveTo>
                  <a:lnTo>
                    <a:pt x="1433331" y="0"/>
                  </a:lnTo>
                  <a:lnTo>
                    <a:pt x="1433331" y="407578"/>
                  </a:lnTo>
                  <a:lnTo>
                    <a:pt x="0" y="407578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50" name="VectorPath 50"/>
            <p:cNvSpPr/>
            <p:nvPr/>
          </p:nvSpPr>
          <p:spPr>
            <a:xfrm>
              <a:off x="7713117" y="4921617"/>
              <a:ext cx="173541" cy="407578"/>
            </a:xfrm>
            <a:custGeom>
              <a:rect l="l" t="t" r="r" b="b"/>
              <a:pathLst>
                <a:path w="173541" h="407578">
                  <a:moveTo>
                    <a:pt x="0" y="0"/>
                  </a:moveTo>
                  <a:lnTo>
                    <a:pt x="173541" y="0"/>
                  </a:lnTo>
                  <a:lnTo>
                    <a:pt x="173541" y="407578"/>
                  </a:lnTo>
                  <a:lnTo>
                    <a:pt x="0" y="407578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51" name="VectorPath 51"/>
            <p:cNvSpPr/>
            <p:nvPr/>
          </p:nvSpPr>
          <p:spPr>
            <a:xfrm>
              <a:off x="7713117" y="5453238"/>
              <a:ext cx="76236" cy="407578"/>
            </a:xfrm>
            <a:custGeom>
              <a:rect l="l" t="t" r="r" b="b"/>
              <a:pathLst>
                <a:path w="76236" h="407578">
                  <a:moveTo>
                    <a:pt x="0" y="0"/>
                  </a:moveTo>
                  <a:lnTo>
                    <a:pt x="76236" y="0"/>
                  </a:lnTo>
                  <a:lnTo>
                    <a:pt x="76236" y="407578"/>
                  </a:lnTo>
                  <a:lnTo>
                    <a:pt x="0" y="407578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</p:grpSp>
      <p:sp>
        <p:nvSpPr>
          <p:cNvPr id="52" name="VectorPath 52"/>
          <p:cNvSpPr/>
          <p:nvPr/>
        </p:nvSpPr>
        <p:spPr>
          <a:xfrm>
            <a:off x="319525" y="1925465"/>
            <a:ext cx="5829300" cy="1790700"/>
          </a:xfrm>
          <a:custGeom>
            <a:rect l="l" t="t" r="r" b="b"/>
            <a:pathLst>
              <a:path w="5829300" h="1790700">
                <a:moveTo>
                  <a:pt x="0" y="0"/>
                </a:moveTo>
                <a:lnTo>
                  <a:pt x="5829300" y="0"/>
                </a:lnTo>
                <a:lnTo>
                  <a:pt x="5829300" y="1790700"/>
                </a:lnTo>
                <a:lnTo>
                  <a:pt x="0" y="17907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3" name="8F2CFF7A-1FBC-4F7F-CFF9-82961857662E"/>
          <p:cNvPicPr>
            <a:picLocks noChangeAspect="1"/>
          </p:cNvPicPr>
          <p:nvPr/>
        </p:nvPicPr>
        <p:blipFill>
          <a:blip r:embed="rId11" cstate="print">
            <a:extLst>
              <a:ext uri="{655FB3F1-DAF4-4873-67C8-3540D1FC9D4F}"/>
            </a:extLst>
          </a:blip>
          <a:srcRect/>
          <a:stretch>
            <a:fillRect/>
          </a:stretch>
        </p:blipFill>
        <p:spPr>
          <a:xfrm>
            <a:off x="376675" y="1973089"/>
            <a:ext cx="5724525" cy="333375"/>
          </a:xfrm>
          <a:prstGeom prst="rect">
            <a:avLst/>
          </a:prstGeom>
        </p:spPr>
      </p:pic>
      <p:sp>
        <p:nvSpPr>
          <p:cNvPr id="54" name="VectorPath 54"/>
          <p:cNvSpPr/>
          <p:nvPr/>
        </p:nvSpPr>
        <p:spPr>
          <a:xfrm>
            <a:off x="376675" y="2296940"/>
            <a:ext cx="1152525" cy="295275"/>
          </a:xfrm>
          <a:custGeom>
            <a:rect l="l" t="t" r="r" b="b"/>
            <a:pathLst>
              <a:path w="1152525" h="295275">
                <a:moveTo>
                  <a:pt x="0" y="0"/>
                </a:moveTo>
                <a:lnTo>
                  <a:pt x="1152525" y="0"/>
                </a:lnTo>
                <a:lnTo>
                  <a:pt x="1152525" y="295275"/>
                </a:lnTo>
                <a:lnTo>
                  <a:pt x="0" y="29527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55" name="C710DCA3-6EAF-4361-5B90-EA90BD8C0D96"/>
          <p:cNvPicPr>
            <a:picLocks noChangeAspect="1"/>
          </p:cNvPicPr>
          <p:nvPr/>
        </p:nvPicPr>
        <p:blipFill>
          <a:blip r:embed="rId12" cstate="print">
            <a:extLst>
              <a:ext uri="{F1804BDD-A6CD-425C-89FF-1F28868BC788}"/>
            </a:extLst>
          </a:blip>
          <a:srcRect/>
          <a:stretch>
            <a:fillRect/>
          </a:stretch>
        </p:blipFill>
        <p:spPr>
          <a:xfrm>
            <a:off x="376675" y="2296939"/>
            <a:ext cx="1162050" cy="304800"/>
          </a:xfrm>
          <a:prstGeom prst="rect">
            <a:avLst/>
          </a:prstGeom>
        </p:spPr>
      </p:pic>
      <p:sp>
        <p:nvSpPr>
          <p:cNvPr id="56" name="VectorPath 56"/>
          <p:cNvSpPr/>
          <p:nvPr/>
        </p:nvSpPr>
        <p:spPr>
          <a:xfrm>
            <a:off x="1529200" y="2296940"/>
            <a:ext cx="1162050" cy="295275"/>
          </a:xfrm>
          <a:custGeom>
            <a:rect l="l" t="t" r="r" b="b"/>
            <a:pathLst>
              <a:path w="1162050" h="295275">
                <a:moveTo>
                  <a:pt x="0" y="0"/>
                </a:moveTo>
                <a:lnTo>
                  <a:pt x="1162050" y="0"/>
                </a:lnTo>
                <a:lnTo>
                  <a:pt x="1162050" y="295275"/>
                </a:lnTo>
                <a:lnTo>
                  <a:pt x="0" y="29527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57" name="A8F5C18B-1D2C-43FB-037A-6AD12436A59E"/>
          <p:cNvPicPr>
            <a:picLocks noChangeAspect="1"/>
          </p:cNvPicPr>
          <p:nvPr/>
        </p:nvPicPr>
        <p:blipFill>
          <a:blip r:embed="rId13" cstate="print">
            <a:extLst>
              <a:ext uri="{F1C7A9EF-DA11-4639-B7C3-E7D52DB1A544}"/>
            </a:extLst>
          </a:blip>
          <a:srcRect/>
          <a:stretch>
            <a:fillRect/>
          </a:stretch>
        </p:blipFill>
        <p:spPr>
          <a:xfrm>
            <a:off x="1529200" y="2296939"/>
            <a:ext cx="1171575" cy="304800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2691250" y="2296940"/>
            <a:ext cx="1704975" cy="295275"/>
          </a:xfrm>
          <a:custGeom>
            <a:rect l="l" t="t" r="r" b="b"/>
            <a:pathLst>
              <a:path w="1704975" h="295275">
                <a:moveTo>
                  <a:pt x="0" y="0"/>
                </a:moveTo>
                <a:lnTo>
                  <a:pt x="1704975" y="0"/>
                </a:lnTo>
                <a:lnTo>
                  <a:pt x="1704975" y="295275"/>
                </a:lnTo>
                <a:lnTo>
                  <a:pt x="0" y="29527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59" name="69353152-BE62-4A84-F471-AD0A0BBC919D"/>
          <p:cNvPicPr>
            <a:picLocks noChangeAspect="1"/>
          </p:cNvPicPr>
          <p:nvPr/>
        </p:nvPicPr>
        <p:blipFill>
          <a:blip r:embed="rId14" cstate="print">
            <a:extLst>
              <a:ext uri="{8C7C6871-D2CB-4F47-4C6F-D71557030D2E}"/>
            </a:extLst>
          </a:blip>
          <a:srcRect/>
          <a:stretch>
            <a:fillRect/>
          </a:stretch>
        </p:blipFill>
        <p:spPr>
          <a:xfrm>
            <a:off x="2691250" y="2296939"/>
            <a:ext cx="1714500" cy="304800"/>
          </a:xfrm>
          <a:prstGeom prst="rect">
            <a:avLst/>
          </a:prstGeom>
        </p:spPr>
      </p:pic>
      <p:sp>
        <p:nvSpPr>
          <p:cNvPr id="60" name="VectorPath 60"/>
          <p:cNvSpPr/>
          <p:nvPr/>
        </p:nvSpPr>
        <p:spPr>
          <a:xfrm>
            <a:off x="4396225" y="2296940"/>
            <a:ext cx="1695450" cy="295275"/>
          </a:xfrm>
          <a:custGeom>
            <a:rect l="l" t="t" r="r" b="b"/>
            <a:pathLst>
              <a:path w="1695450" h="295275">
                <a:moveTo>
                  <a:pt x="0" y="0"/>
                </a:moveTo>
                <a:lnTo>
                  <a:pt x="1695450" y="0"/>
                </a:lnTo>
                <a:lnTo>
                  <a:pt x="1695450" y="295275"/>
                </a:lnTo>
                <a:lnTo>
                  <a:pt x="0" y="29527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61" name="61FE2923-F075-4FAA-0ED8-24A2DD195F90"/>
          <p:cNvPicPr>
            <a:picLocks noChangeAspect="1"/>
          </p:cNvPicPr>
          <p:nvPr/>
        </p:nvPicPr>
        <p:blipFill>
          <a:blip r:embed="rId15" cstate="print">
            <a:extLst>
              <a:ext uri="{39BE3240-9B3F-49C7-A3F1-B5A8FC57ABC2}"/>
            </a:extLst>
          </a:blip>
          <a:srcRect/>
          <a:stretch>
            <a:fillRect/>
          </a:stretch>
        </p:blipFill>
        <p:spPr>
          <a:xfrm>
            <a:off x="4396223" y="2296939"/>
            <a:ext cx="1704975" cy="304800"/>
          </a:xfrm>
          <a:prstGeom prst="rect">
            <a:avLst/>
          </a:prstGeom>
        </p:spPr>
      </p:pic>
      <p:sp>
        <p:nvSpPr>
          <p:cNvPr id="62" name="VectorPath 62"/>
          <p:cNvSpPr/>
          <p:nvPr/>
        </p:nvSpPr>
        <p:spPr>
          <a:xfrm>
            <a:off x="376675" y="2592215"/>
            <a:ext cx="1152525" cy="285750"/>
          </a:xfrm>
          <a:custGeom>
            <a:rect l="l" t="t" r="r" b="b"/>
            <a:pathLst>
              <a:path w="1152525" h="285750">
                <a:moveTo>
                  <a:pt x="0" y="0"/>
                </a:moveTo>
                <a:lnTo>
                  <a:pt x="1152525" y="0"/>
                </a:lnTo>
                <a:lnTo>
                  <a:pt x="1152525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63" name="AA8894BC-E568-4D21-B996-00E5752D0F44"/>
          <p:cNvPicPr>
            <a:picLocks noChangeAspect="1"/>
          </p:cNvPicPr>
          <p:nvPr/>
        </p:nvPicPr>
        <p:blipFill>
          <a:blip r:embed="rId16" cstate="print">
            <a:extLst>
              <a:ext uri="{BB6EB6B6-B373-45E4-B55B-3B97E378FE68}"/>
            </a:extLst>
          </a:blip>
          <a:srcRect/>
          <a:stretch>
            <a:fillRect/>
          </a:stretch>
        </p:blipFill>
        <p:spPr>
          <a:xfrm>
            <a:off x="376675" y="2592215"/>
            <a:ext cx="1162050" cy="295275"/>
          </a:xfrm>
          <a:prstGeom prst="rect">
            <a:avLst/>
          </a:prstGeom>
        </p:spPr>
      </p:pic>
      <p:sp>
        <p:nvSpPr>
          <p:cNvPr id="64" name="VectorPath 64"/>
          <p:cNvSpPr/>
          <p:nvPr/>
        </p:nvSpPr>
        <p:spPr>
          <a:xfrm>
            <a:off x="1529200" y="2592215"/>
            <a:ext cx="1162050" cy="285750"/>
          </a:xfrm>
          <a:custGeom>
            <a:rect l="l" t="t" r="r" b="b"/>
            <a:pathLst>
              <a:path w="1162050" h="285750">
                <a:moveTo>
                  <a:pt x="0" y="0"/>
                </a:moveTo>
                <a:lnTo>
                  <a:pt x="1162050" y="0"/>
                </a:lnTo>
                <a:lnTo>
                  <a:pt x="1162050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65" name="962E48B2-8DA6-4237-5D2F-F8962E62173F"/>
          <p:cNvPicPr>
            <a:picLocks noChangeAspect="1"/>
          </p:cNvPicPr>
          <p:nvPr/>
        </p:nvPicPr>
        <p:blipFill>
          <a:blip r:embed="rId17" cstate="print">
            <a:extLst>
              <a:ext uri="{1B83AEA3-CBB9-4B89-F35B-EC66528DA524}"/>
            </a:extLst>
          </a:blip>
          <a:srcRect/>
          <a:stretch>
            <a:fillRect/>
          </a:stretch>
        </p:blipFill>
        <p:spPr>
          <a:xfrm>
            <a:off x="1529200" y="2592215"/>
            <a:ext cx="1171575" cy="295275"/>
          </a:xfrm>
          <a:prstGeom prst="rect">
            <a:avLst/>
          </a:prstGeom>
        </p:spPr>
      </p:pic>
      <p:sp>
        <p:nvSpPr>
          <p:cNvPr id="66" name="VectorPath 66"/>
          <p:cNvSpPr/>
          <p:nvPr/>
        </p:nvSpPr>
        <p:spPr>
          <a:xfrm>
            <a:off x="2691250" y="2592215"/>
            <a:ext cx="1704975" cy="285750"/>
          </a:xfrm>
          <a:custGeom>
            <a:rect l="l" t="t" r="r" b="b"/>
            <a:pathLst>
              <a:path w="1704975" h="285750">
                <a:moveTo>
                  <a:pt x="0" y="0"/>
                </a:moveTo>
                <a:lnTo>
                  <a:pt x="1704975" y="0"/>
                </a:lnTo>
                <a:lnTo>
                  <a:pt x="1704975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67" name="7253359D-2F34-4DE9-1A5B-BB16762669CC"/>
          <p:cNvPicPr>
            <a:picLocks noChangeAspect="1"/>
          </p:cNvPicPr>
          <p:nvPr/>
        </p:nvPicPr>
        <p:blipFill>
          <a:blip r:embed="rId18" cstate="print">
            <a:extLst>
              <a:ext uri="{305B9593-60BA-44CE-AA29-6CBE232ECCFB}"/>
            </a:extLst>
          </a:blip>
          <a:srcRect/>
          <a:stretch>
            <a:fillRect/>
          </a:stretch>
        </p:blipFill>
        <p:spPr>
          <a:xfrm>
            <a:off x="2691250" y="2592215"/>
            <a:ext cx="1714500" cy="295275"/>
          </a:xfrm>
          <a:prstGeom prst="rect">
            <a:avLst/>
          </a:prstGeom>
        </p:spPr>
      </p:pic>
      <p:sp>
        <p:nvSpPr>
          <p:cNvPr id="68" name="VectorPath 68"/>
          <p:cNvSpPr/>
          <p:nvPr/>
        </p:nvSpPr>
        <p:spPr>
          <a:xfrm>
            <a:off x="4396225" y="2592215"/>
            <a:ext cx="1695450" cy="285750"/>
          </a:xfrm>
          <a:custGeom>
            <a:rect l="l" t="t" r="r" b="b"/>
            <a:pathLst>
              <a:path w="1695450" h="285750">
                <a:moveTo>
                  <a:pt x="0" y="0"/>
                </a:moveTo>
                <a:lnTo>
                  <a:pt x="1695450" y="0"/>
                </a:lnTo>
                <a:lnTo>
                  <a:pt x="1695450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69" name="7946AC71-BABE-4032-2ADE-AE7626E94E7B"/>
          <p:cNvPicPr>
            <a:picLocks noChangeAspect="1"/>
          </p:cNvPicPr>
          <p:nvPr/>
        </p:nvPicPr>
        <p:blipFill>
          <a:blip r:embed="rId19" cstate="print">
            <a:extLst>
              <a:ext uri="{B8BC45CC-B46C-4FBF-96B8-AEDAF147DBFD}"/>
            </a:extLst>
          </a:blip>
          <a:srcRect/>
          <a:stretch>
            <a:fillRect/>
          </a:stretch>
        </p:blipFill>
        <p:spPr>
          <a:xfrm>
            <a:off x="4396223" y="2592215"/>
            <a:ext cx="1704975" cy="29527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376675" y="2877965"/>
            <a:ext cx="1152525" cy="285750"/>
          </a:xfrm>
          <a:custGeom>
            <a:rect l="l" t="t" r="r" b="b"/>
            <a:pathLst>
              <a:path w="1152525" h="285750">
                <a:moveTo>
                  <a:pt x="0" y="0"/>
                </a:moveTo>
                <a:lnTo>
                  <a:pt x="1152525" y="0"/>
                </a:lnTo>
                <a:lnTo>
                  <a:pt x="1152525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71" name="B6A1BED1-99C8-4735-6F7F-F02D005B455E"/>
          <p:cNvPicPr>
            <a:picLocks noChangeAspect="1"/>
          </p:cNvPicPr>
          <p:nvPr/>
        </p:nvPicPr>
        <p:blipFill>
          <a:blip r:embed="rId20" cstate="print">
            <a:extLst>
              <a:ext uri="{8ADAB0C1-4CB8-4A6F-2F3A-6493DD132AA6}"/>
            </a:extLst>
          </a:blip>
          <a:srcRect/>
          <a:stretch>
            <a:fillRect/>
          </a:stretch>
        </p:blipFill>
        <p:spPr>
          <a:xfrm>
            <a:off x="376675" y="2877965"/>
            <a:ext cx="1162050" cy="295275"/>
          </a:xfrm>
          <a:prstGeom prst="rect">
            <a:avLst/>
          </a:prstGeom>
        </p:spPr>
      </p:pic>
      <p:sp>
        <p:nvSpPr>
          <p:cNvPr id="72" name="VectorPath 72"/>
          <p:cNvSpPr/>
          <p:nvPr/>
        </p:nvSpPr>
        <p:spPr>
          <a:xfrm>
            <a:off x="1529200" y="2877965"/>
            <a:ext cx="1162050" cy="285750"/>
          </a:xfrm>
          <a:custGeom>
            <a:rect l="l" t="t" r="r" b="b"/>
            <a:pathLst>
              <a:path w="1162050" h="285750">
                <a:moveTo>
                  <a:pt x="0" y="0"/>
                </a:moveTo>
                <a:lnTo>
                  <a:pt x="1162050" y="0"/>
                </a:lnTo>
                <a:lnTo>
                  <a:pt x="1162050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73" name="35AFD30F-6FFC-49DC-7E71-F590E6641105"/>
          <p:cNvPicPr>
            <a:picLocks noChangeAspect="1"/>
          </p:cNvPicPr>
          <p:nvPr/>
        </p:nvPicPr>
        <p:blipFill>
          <a:blip r:embed="rId21" cstate="print">
            <a:extLst>
              <a:ext uri="{9AB10BE6-FC2D-43D3-B4AA-D7563B7505D4}"/>
            </a:extLst>
          </a:blip>
          <a:srcRect/>
          <a:stretch>
            <a:fillRect/>
          </a:stretch>
        </p:blipFill>
        <p:spPr>
          <a:xfrm>
            <a:off x="1529200" y="2877965"/>
            <a:ext cx="1171575" cy="295275"/>
          </a:xfrm>
          <a:prstGeom prst="rect">
            <a:avLst/>
          </a:prstGeom>
        </p:spPr>
      </p:pic>
      <p:sp>
        <p:nvSpPr>
          <p:cNvPr id="74" name="VectorPath 74"/>
          <p:cNvSpPr/>
          <p:nvPr/>
        </p:nvSpPr>
        <p:spPr>
          <a:xfrm>
            <a:off x="2691250" y="2877965"/>
            <a:ext cx="1704975" cy="285750"/>
          </a:xfrm>
          <a:custGeom>
            <a:rect l="l" t="t" r="r" b="b"/>
            <a:pathLst>
              <a:path w="1704975" h="285750">
                <a:moveTo>
                  <a:pt x="0" y="0"/>
                </a:moveTo>
                <a:lnTo>
                  <a:pt x="1704975" y="0"/>
                </a:lnTo>
                <a:lnTo>
                  <a:pt x="1704975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75" name="28CA816D-806C-4A51-F03F-477B10A47EDC"/>
          <p:cNvPicPr>
            <a:picLocks noChangeAspect="1"/>
          </p:cNvPicPr>
          <p:nvPr/>
        </p:nvPicPr>
        <p:blipFill>
          <a:blip r:embed="rId22" cstate="print">
            <a:extLst>
              <a:ext uri="{28F3781E-0AD9-4BDA-57D7-39BB4B7AA89A}"/>
            </a:extLst>
          </a:blip>
          <a:srcRect/>
          <a:stretch>
            <a:fillRect/>
          </a:stretch>
        </p:blipFill>
        <p:spPr>
          <a:xfrm>
            <a:off x="2691250" y="2877965"/>
            <a:ext cx="1714500" cy="295275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4396225" y="2877965"/>
            <a:ext cx="1695450" cy="285750"/>
          </a:xfrm>
          <a:custGeom>
            <a:rect l="l" t="t" r="r" b="b"/>
            <a:pathLst>
              <a:path w="1695450" h="285750">
                <a:moveTo>
                  <a:pt x="0" y="0"/>
                </a:moveTo>
                <a:lnTo>
                  <a:pt x="1695450" y="0"/>
                </a:lnTo>
                <a:lnTo>
                  <a:pt x="1695450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77" name="BE464C03-71CE-4F6A-D5D4-19CC75B2486E"/>
          <p:cNvPicPr>
            <a:picLocks noChangeAspect="1"/>
          </p:cNvPicPr>
          <p:nvPr/>
        </p:nvPicPr>
        <p:blipFill>
          <a:blip r:embed="rId23" cstate="print">
            <a:extLst>
              <a:ext uri="{B3E2FFF8-448B-4216-2778-E9E22B68F47D}"/>
            </a:extLst>
          </a:blip>
          <a:srcRect/>
          <a:stretch>
            <a:fillRect/>
          </a:stretch>
        </p:blipFill>
        <p:spPr>
          <a:xfrm>
            <a:off x="376675" y="2877965"/>
            <a:ext cx="5724525" cy="781050"/>
          </a:xfrm>
          <a:prstGeom prst="rect">
            <a:avLst/>
          </a:prstGeom>
        </p:spPr>
      </p:pic>
      <p:grpSp>
        <p:nvGrpSpPr>
          <p:cNvPr id="78" name="Combination 78"/>
          <p:cNvGrpSpPr/>
          <p:nvPr/>
        </p:nvGrpSpPr>
        <p:grpSpPr>
          <a:xfrm>
            <a:off x="319525" y="1061881"/>
            <a:ext cx="1352550" cy="771525"/>
            <a:chOff x="319525" y="1061881"/>
            <a:chExt cx="1352550" cy="771525"/>
          </a:xfrm>
        </p:grpSpPr>
        <p:sp>
          <p:nvSpPr>
            <p:cNvPr id="79" name="VectorPath 79"/>
            <p:cNvSpPr/>
            <p:nvPr/>
          </p:nvSpPr>
          <p:spPr>
            <a:xfrm>
              <a:off x="324287" y="1066643"/>
              <a:ext cx="1343025" cy="762000"/>
            </a:xfrm>
            <a:custGeom>
              <a:rect l="l" t="t" r="r" b="b"/>
              <a:pathLst>
                <a:path w="1343025" h="762000">
                  <a:moveTo>
                    <a:pt x="1308583" y="544"/>
                  </a:moveTo>
                  <a:cubicBezTo>
                    <a:pt x="1311262" y="1360"/>
                    <a:pt x="1313941" y="2175"/>
                    <a:pt x="1316565" y="3263"/>
                  </a:cubicBezTo>
                  <a:lnTo>
                    <a:pt x="1316670" y="3306"/>
                  </a:lnTo>
                  <a:cubicBezTo>
                    <a:pt x="1321875" y="5479"/>
                    <a:pt x="1326478" y="8562"/>
                    <a:pt x="1330552" y="12635"/>
                  </a:cubicBezTo>
                  <a:lnTo>
                    <a:pt x="1336039" y="18891"/>
                  </a:lnTo>
                  <a:cubicBezTo>
                    <a:pt x="1337355" y="21363"/>
                    <a:pt x="1338672" y="23834"/>
                    <a:pt x="1339758" y="26460"/>
                  </a:cubicBezTo>
                  <a:lnTo>
                    <a:pt x="1339802" y="26565"/>
                  </a:lnTo>
                  <a:cubicBezTo>
                    <a:pt x="1341939" y="31749"/>
                    <a:pt x="1343011" y="37143"/>
                    <a:pt x="1343025" y="42749"/>
                  </a:cubicBezTo>
                  <a:lnTo>
                    <a:pt x="1343025" y="719251"/>
                  </a:lnTo>
                  <a:lnTo>
                    <a:pt x="1342482" y="727555"/>
                  </a:lnTo>
                  <a:cubicBezTo>
                    <a:pt x="1341663" y="730242"/>
                    <a:pt x="1340847" y="732918"/>
                    <a:pt x="1339758" y="735540"/>
                  </a:cubicBezTo>
                  <a:lnTo>
                    <a:pt x="1339715" y="735645"/>
                  </a:lnTo>
                  <a:cubicBezTo>
                    <a:pt x="1337545" y="740853"/>
                    <a:pt x="1334464" y="745453"/>
                    <a:pt x="1330471" y="749446"/>
                  </a:cubicBezTo>
                  <a:lnTo>
                    <a:pt x="1330391" y="749526"/>
                  </a:lnTo>
                  <a:cubicBezTo>
                    <a:pt x="1326390" y="753506"/>
                    <a:pt x="1321778" y="756577"/>
                    <a:pt x="1316565" y="758737"/>
                  </a:cubicBezTo>
                  <a:lnTo>
                    <a:pt x="1316460" y="758780"/>
                  </a:lnTo>
                  <a:cubicBezTo>
                    <a:pt x="1311279" y="760913"/>
                    <a:pt x="1305884" y="761986"/>
                    <a:pt x="1300276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7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4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59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4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30027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80" name="VectorPath 80"/>
            <p:cNvSpPr/>
            <p:nvPr/>
          </p:nvSpPr>
          <p:spPr>
            <a:xfrm>
              <a:off x="319525" y="1061881"/>
              <a:ext cx="1352550" cy="771525"/>
            </a:xfrm>
            <a:custGeom>
              <a:rect l="l" t="t" r="r" b="b"/>
              <a:pathLst>
                <a:path w="1352550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7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4" y="5850"/>
                    <a:pt x="41941" y="4763"/>
                    <a:pt x="47625" y="4763"/>
                  </a:cubicBezTo>
                  <a:lnTo>
                    <a:pt x="1304925" y="4763"/>
                  </a:lnTo>
                  <a:cubicBezTo>
                    <a:pt x="1310612" y="4763"/>
                    <a:pt x="1316079" y="5850"/>
                    <a:pt x="1321327" y="8025"/>
                  </a:cubicBezTo>
                  <a:cubicBezTo>
                    <a:pt x="1326575" y="10200"/>
                    <a:pt x="1331214" y="13298"/>
                    <a:pt x="1335234" y="17317"/>
                  </a:cubicBezTo>
                  <a:cubicBezTo>
                    <a:pt x="1339253" y="21336"/>
                    <a:pt x="1342349" y="25971"/>
                    <a:pt x="1344521" y="31222"/>
                  </a:cubicBezTo>
                  <a:cubicBezTo>
                    <a:pt x="1346702" y="36473"/>
                    <a:pt x="1347788" y="41941"/>
                    <a:pt x="1347788" y="47625"/>
                  </a:cubicBezTo>
                  <a:lnTo>
                    <a:pt x="1347788" y="723900"/>
                  </a:lnTo>
                  <a:cubicBezTo>
                    <a:pt x="1347788" y="729583"/>
                    <a:pt x="1346702" y="735052"/>
                    <a:pt x="1344521" y="740303"/>
                  </a:cubicBezTo>
                  <a:cubicBezTo>
                    <a:pt x="1342349" y="745554"/>
                    <a:pt x="1339253" y="750189"/>
                    <a:pt x="1335234" y="754209"/>
                  </a:cubicBezTo>
                  <a:cubicBezTo>
                    <a:pt x="1331214" y="758227"/>
                    <a:pt x="1326575" y="761325"/>
                    <a:pt x="1321327" y="763499"/>
                  </a:cubicBezTo>
                  <a:cubicBezTo>
                    <a:pt x="1316079" y="765675"/>
                    <a:pt x="1310612" y="766763"/>
                    <a:pt x="1304925" y="766763"/>
                  </a:cubicBezTo>
                  <a:lnTo>
                    <a:pt x="47625" y="766763"/>
                  </a:lnTo>
                  <a:cubicBezTo>
                    <a:pt x="41941" y="766763"/>
                    <a:pt x="36474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7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81" name="09B47C42-C92E-4C79-7863-5C95A3E60331"/>
          <p:cNvPicPr>
            <a:picLocks noChangeAspect="1"/>
          </p:cNvPicPr>
          <p:nvPr/>
        </p:nvPicPr>
        <p:blipFill>
          <a:blip r:embed="rId24" cstate="print">
            <a:extLst>
              <a:ext uri="{C2E09822-B141-4938-F584-4E20168236DF}"/>
            </a:extLst>
          </a:blip>
          <a:srcRect/>
          <a:stretch>
            <a:fillRect/>
          </a:stretch>
        </p:blipFill>
        <p:spPr>
          <a:xfrm>
            <a:off x="725148" y="1125730"/>
            <a:ext cx="561975" cy="114300"/>
          </a:xfrm>
          <a:prstGeom prst="rect">
            <a:avLst/>
          </a:prstGeom>
        </p:spPr>
      </p:pic>
      <p:sp>
        <p:nvSpPr>
          <p:cNvPr id="82" name="TextBox82"/>
          <p:cNvSpPr txBox="1"/>
          <p:nvPr/>
        </p:nvSpPr>
        <p:spPr>
          <a:xfrm>
            <a:off x="433825" y="1078025"/>
            <a:ext cx="919712" cy="25219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1731" marR="0" indent="0" eaLnBrk="0">
              <a:lnSpc>
                <a:spcPct val="100000"/>
              </a:lnSpc>
            </a:pPr>
            <a:r>
              <a:rPr lang="en-US" altLang="zh-CN" sz="1250" kern="0" spc="-10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2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</a:p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7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7631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ard_Category</a:t>
            </a:r>
          </a:p>
          <a:p>
            <a:pPr marL="0" marR="0" indent="0" eaLnBrk="0">
              <a:lnSpc>
                <a:spcPct val="1174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lue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lver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old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latinum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otal</a:t>
            </a:r>
          </a:p>
        </p:txBody>
      </p:sp>
      <p:sp>
        <p:nvSpPr>
          <p:cNvPr id="83" name="TextBox83"/>
          <p:cNvSpPr txBox="1"/>
          <p:nvPr/>
        </p:nvSpPr>
        <p:spPr>
          <a:xfrm>
            <a:off x="577749" y="1175703"/>
            <a:ext cx="831725" cy="555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650" kern="0" spc="-17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55</a:t>
            </a:r>
            <a:r>
              <a:rPr lang="en-US" altLang="zh-CN" sz="3650" kern="0" spc="-21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</a:p>
        </p:txBody>
      </p:sp>
      <p:grpSp>
        <p:nvGrpSpPr>
          <p:cNvPr id="84" name="Combination 84"/>
          <p:cNvGrpSpPr/>
          <p:nvPr/>
        </p:nvGrpSpPr>
        <p:grpSpPr>
          <a:xfrm>
            <a:off x="1773979" y="1061881"/>
            <a:ext cx="1352550" cy="771525"/>
            <a:chOff x="1773979" y="1061881"/>
            <a:chExt cx="1352550" cy="771525"/>
          </a:xfrm>
        </p:grpSpPr>
        <p:sp>
          <p:nvSpPr>
            <p:cNvPr id="85" name="VectorPath 85"/>
            <p:cNvSpPr/>
            <p:nvPr/>
          </p:nvSpPr>
          <p:spPr>
            <a:xfrm>
              <a:off x="1778741" y="1066643"/>
              <a:ext cx="1343025" cy="762000"/>
            </a:xfrm>
            <a:custGeom>
              <a:rect l="l" t="t" r="r" b="b"/>
              <a:pathLst>
                <a:path w="1343025" h="762000">
                  <a:moveTo>
                    <a:pt x="1308583" y="544"/>
                  </a:moveTo>
                  <a:cubicBezTo>
                    <a:pt x="1311261" y="1360"/>
                    <a:pt x="1313940" y="2175"/>
                    <a:pt x="1316565" y="3263"/>
                  </a:cubicBezTo>
                  <a:lnTo>
                    <a:pt x="1316670" y="3306"/>
                  </a:lnTo>
                  <a:cubicBezTo>
                    <a:pt x="1321875" y="5479"/>
                    <a:pt x="1326478" y="8562"/>
                    <a:pt x="1330552" y="12635"/>
                  </a:cubicBezTo>
                  <a:lnTo>
                    <a:pt x="1336039" y="18891"/>
                  </a:lnTo>
                  <a:cubicBezTo>
                    <a:pt x="1337355" y="21363"/>
                    <a:pt x="1338672" y="23834"/>
                    <a:pt x="1339758" y="26460"/>
                  </a:cubicBezTo>
                  <a:lnTo>
                    <a:pt x="1339802" y="26565"/>
                  </a:lnTo>
                  <a:cubicBezTo>
                    <a:pt x="1341939" y="31749"/>
                    <a:pt x="1343011" y="37143"/>
                    <a:pt x="1343025" y="42749"/>
                  </a:cubicBezTo>
                  <a:lnTo>
                    <a:pt x="1343025" y="719251"/>
                  </a:lnTo>
                  <a:lnTo>
                    <a:pt x="1342482" y="727555"/>
                  </a:lnTo>
                  <a:cubicBezTo>
                    <a:pt x="1341663" y="730242"/>
                    <a:pt x="1340847" y="732918"/>
                    <a:pt x="1339758" y="735540"/>
                  </a:cubicBezTo>
                  <a:lnTo>
                    <a:pt x="1339715" y="735645"/>
                  </a:lnTo>
                  <a:cubicBezTo>
                    <a:pt x="1337545" y="740853"/>
                    <a:pt x="1334464" y="745453"/>
                    <a:pt x="1330471" y="749446"/>
                  </a:cubicBezTo>
                  <a:lnTo>
                    <a:pt x="1330391" y="749526"/>
                  </a:lnTo>
                  <a:cubicBezTo>
                    <a:pt x="1326390" y="753506"/>
                    <a:pt x="1321778" y="756577"/>
                    <a:pt x="1316565" y="758737"/>
                  </a:cubicBezTo>
                  <a:lnTo>
                    <a:pt x="1316460" y="758780"/>
                  </a:lnTo>
                  <a:cubicBezTo>
                    <a:pt x="1311279" y="760913"/>
                    <a:pt x="1305884" y="761986"/>
                    <a:pt x="1300276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6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5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59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5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30027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86" name="VectorPath 86"/>
            <p:cNvSpPr/>
            <p:nvPr/>
          </p:nvSpPr>
          <p:spPr>
            <a:xfrm>
              <a:off x="1773979" y="1061881"/>
              <a:ext cx="1352550" cy="771525"/>
            </a:xfrm>
            <a:custGeom>
              <a:rect l="l" t="t" r="r" b="b"/>
              <a:pathLst>
                <a:path w="1352550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7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4" y="5850"/>
                    <a:pt x="41941" y="4763"/>
                    <a:pt x="47625" y="4763"/>
                  </a:cubicBezTo>
                  <a:lnTo>
                    <a:pt x="1304925" y="4763"/>
                  </a:lnTo>
                  <a:cubicBezTo>
                    <a:pt x="1310612" y="4763"/>
                    <a:pt x="1316079" y="5850"/>
                    <a:pt x="1321327" y="8025"/>
                  </a:cubicBezTo>
                  <a:cubicBezTo>
                    <a:pt x="1326575" y="10200"/>
                    <a:pt x="1331214" y="13298"/>
                    <a:pt x="1335234" y="17317"/>
                  </a:cubicBezTo>
                  <a:cubicBezTo>
                    <a:pt x="1339253" y="21336"/>
                    <a:pt x="1342349" y="25971"/>
                    <a:pt x="1344521" y="31222"/>
                  </a:cubicBezTo>
                  <a:cubicBezTo>
                    <a:pt x="1346702" y="36473"/>
                    <a:pt x="1347788" y="41941"/>
                    <a:pt x="1347788" y="47625"/>
                  </a:cubicBezTo>
                  <a:lnTo>
                    <a:pt x="1347788" y="723900"/>
                  </a:lnTo>
                  <a:cubicBezTo>
                    <a:pt x="1347788" y="729583"/>
                    <a:pt x="1346702" y="735052"/>
                    <a:pt x="1344521" y="740303"/>
                  </a:cubicBezTo>
                  <a:cubicBezTo>
                    <a:pt x="1342349" y="745554"/>
                    <a:pt x="1339253" y="750189"/>
                    <a:pt x="1335234" y="754209"/>
                  </a:cubicBezTo>
                  <a:cubicBezTo>
                    <a:pt x="1331214" y="758227"/>
                    <a:pt x="1326575" y="761325"/>
                    <a:pt x="1321327" y="763499"/>
                  </a:cubicBezTo>
                  <a:cubicBezTo>
                    <a:pt x="1316079" y="765675"/>
                    <a:pt x="1310612" y="766763"/>
                    <a:pt x="1304925" y="766763"/>
                  </a:cubicBezTo>
                  <a:lnTo>
                    <a:pt x="47625" y="766763"/>
                  </a:lnTo>
                  <a:cubicBezTo>
                    <a:pt x="41941" y="766763"/>
                    <a:pt x="36474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7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87" name="F13D69A2-16AB-412C-27BA-B2F64034D3FA"/>
          <p:cNvPicPr>
            <a:picLocks noChangeAspect="1"/>
          </p:cNvPicPr>
          <p:nvPr/>
        </p:nvPicPr>
        <p:blipFill>
          <a:blip r:embed="rId25" cstate="print">
            <a:extLst>
              <a:ext uri="{BC775959-1204-42D2-91DD-9987515F600A}"/>
            </a:extLst>
          </a:blip>
          <a:srcRect/>
          <a:stretch>
            <a:fillRect/>
          </a:stretch>
        </p:blipFill>
        <p:spPr>
          <a:xfrm>
            <a:off x="1895435" y="1125730"/>
            <a:ext cx="1133475" cy="114300"/>
          </a:xfrm>
          <a:prstGeom prst="rect">
            <a:avLst/>
          </a:prstGeom>
        </p:spPr>
      </p:pic>
      <p:sp>
        <p:nvSpPr>
          <p:cNvPr id="88" name="TextBox88"/>
          <p:cNvSpPr txBox="1"/>
          <p:nvPr/>
        </p:nvSpPr>
        <p:spPr>
          <a:xfrm>
            <a:off x="1893339" y="1078025"/>
            <a:ext cx="1128429" cy="1903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</a:t>
            </a:r>
            <a:r>
              <a:rPr lang="en-US" altLang="zh-CN" sz="12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baseline="0" lang="en-US" altLang="zh-CN" sz="125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2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ansac</a:t>
            </a:r>
            <a:r>
              <a:rPr lang="en-US" altLang="zh-CN" sz="12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</a:p>
        </p:txBody>
      </p:sp>
      <p:sp>
        <p:nvSpPr>
          <p:cNvPr id="89" name="TextBox89"/>
          <p:cNvSpPr txBox="1"/>
          <p:nvPr/>
        </p:nvSpPr>
        <p:spPr>
          <a:xfrm>
            <a:off x="2044113" y="1175703"/>
            <a:ext cx="807865" cy="555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650" kern="0" spc="-22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</a:t>
            </a:r>
            <a:r>
              <a:rPr lang="en-US" altLang="zh-CN" sz="3650" kern="0" spc="-300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</a:p>
        </p:txBody>
      </p:sp>
      <p:grpSp>
        <p:nvGrpSpPr>
          <p:cNvPr id="90" name="Combination 90"/>
          <p:cNvGrpSpPr/>
          <p:nvPr/>
        </p:nvGrpSpPr>
        <p:grpSpPr>
          <a:xfrm>
            <a:off x="3289036" y="1061881"/>
            <a:ext cx="1352550" cy="771525"/>
            <a:chOff x="3289036" y="1061881"/>
            <a:chExt cx="1352550" cy="771525"/>
          </a:xfrm>
        </p:grpSpPr>
        <p:sp>
          <p:nvSpPr>
            <p:cNvPr id="91" name="VectorPath 91"/>
            <p:cNvSpPr/>
            <p:nvPr/>
          </p:nvSpPr>
          <p:spPr>
            <a:xfrm>
              <a:off x="3293798" y="1066643"/>
              <a:ext cx="1343025" cy="762000"/>
            </a:xfrm>
            <a:custGeom>
              <a:rect l="l" t="t" r="r" b="b"/>
              <a:pathLst>
                <a:path w="1343025" h="762000">
                  <a:moveTo>
                    <a:pt x="1308583" y="544"/>
                  </a:moveTo>
                  <a:cubicBezTo>
                    <a:pt x="1311261" y="1360"/>
                    <a:pt x="1313940" y="2175"/>
                    <a:pt x="1316565" y="3263"/>
                  </a:cubicBezTo>
                  <a:lnTo>
                    <a:pt x="1316669" y="3306"/>
                  </a:lnTo>
                  <a:cubicBezTo>
                    <a:pt x="1321875" y="5479"/>
                    <a:pt x="1326478" y="8562"/>
                    <a:pt x="1330551" y="12635"/>
                  </a:cubicBezTo>
                  <a:lnTo>
                    <a:pt x="1336039" y="18891"/>
                  </a:lnTo>
                  <a:cubicBezTo>
                    <a:pt x="1337355" y="21363"/>
                    <a:pt x="1338672" y="23834"/>
                    <a:pt x="1339758" y="26460"/>
                  </a:cubicBezTo>
                  <a:lnTo>
                    <a:pt x="1339802" y="26565"/>
                  </a:lnTo>
                  <a:cubicBezTo>
                    <a:pt x="1341939" y="31749"/>
                    <a:pt x="1343010" y="37143"/>
                    <a:pt x="1343025" y="42749"/>
                  </a:cubicBezTo>
                  <a:lnTo>
                    <a:pt x="1343025" y="719251"/>
                  </a:lnTo>
                  <a:lnTo>
                    <a:pt x="1342482" y="727555"/>
                  </a:lnTo>
                  <a:cubicBezTo>
                    <a:pt x="1341663" y="730242"/>
                    <a:pt x="1340847" y="732918"/>
                    <a:pt x="1339758" y="735540"/>
                  </a:cubicBezTo>
                  <a:lnTo>
                    <a:pt x="1339714" y="735645"/>
                  </a:lnTo>
                  <a:cubicBezTo>
                    <a:pt x="1337545" y="740853"/>
                    <a:pt x="1334464" y="745453"/>
                    <a:pt x="1330471" y="749446"/>
                  </a:cubicBezTo>
                  <a:lnTo>
                    <a:pt x="1330391" y="749526"/>
                  </a:lnTo>
                  <a:cubicBezTo>
                    <a:pt x="1326390" y="753506"/>
                    <a:pt x="1321778" y="756577"/>
                    <a:pt x="1316565" y="758737"/>
                  </a:cubicBezTo>
                  <a:lnTo>
                    <a:pt x="1316460" y="758780"/>
                  </a:lnTo>
                  <a:cubicBezTo>
                    <a:pt x="1311279" y="760913"/>
                    <a:pt x="1305884" y="761986"/>
                    <a:pt x="1300276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7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4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60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5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30027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92" name="VectorPath 92"/>
            <p:cNvSpPr/>
            <p:nvPr/>
          </p:nvSpPr>
          <p:spPr>
            <a:xfrm>
              <a:off x="3289036" y="1061881"/>
              <a:ext cx="1352550" cy="771525"/>
            </a:xfrm>
            <a:custGeom>
              <a:rect l="l" t="t" r="r" b="b"/>
              <a:pathLst>
                <a:path w="1352550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8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3" y="5850"/>
                    <a:pt x="41941" y="4763"/>
                    <a:pt x="47625" y="4763"/>
                  </a:cubicBezTo>
                  <a:lnTo>
                    <a:pt x="1304925" y="4763"/>
                  </a:lnTo>
                  <a:cubicBezTo>
                    <a:pt x="1310612" y="4763"/>
                    <a:pt x="1316079" y="5850"/>
                    <a:pt x="1321327" y="8025"/>
                  </a:cubicBezTo>
                  <a:cubicBezTo>
                    <a:pt x="1326576" y="10200"/>
                    <a:pt x="1331214" y="13298"/>
                    <a:pt x="1335234" y="17317"/>
                  </a:cubicBezTo>
                  <a:cubicBezTo>
                    <a:pt x="1339253" y="21336"/>
                    <a:pt x="1342349" y="25971"/>
                    <a:pt x="1344521" y="31222"/>
                  </a:cubicBezTo>
                  <a:cubicBezTo>
                    <a:pt x="1346702" y="36473"/>
                    <a:pt x="1347788" y="41941"/>
                    <a:pt x="1347788" y="47625"/>
                  </a:cubicBezTo>
                  <a:lnTo>
                    <a:pt x="1347788" y="723900"/>
                  </a:lnTo>
                  <a:cubicBezTo>
                    <a:pt x="1347788" y="729583"/>
                    <a:pt x="1346702" y="735052"/>
                    <a:pt x="1344521" y="740303"/>
                  </a:cubicBezTo>
                  <a:cubicBezTo>
                    <a:pt x="1342349" y="745554"/>
                    <a:pt x="1339253" y="750189"/>
                    <a:pt x="1335234" y="754209"/>
                  </a:cubicBezTo>
                  <a:cubicBezTo>
                    <a:pt x="1331214" y="758227"/>
                    <a:pt x="1326576" y="761325"/>
                    <a:pt x="1321327" y="763499"/>
                  </a:cubicBezTo>
                  <a:cubicBezTo>
                    <a:pt x="1316079" y="765675"/>
                    <a:pt x="1310612" y="766763"/>
                    <a:pt x="1304925" y="766763"/>
                  </a:cubicBezTo>
                  <a:lnTo>
                    <a:pt x="47625" y="766763"/>
                  </a:lnTo>
                  <a:cubicBezTo>
                    <a:pt x="41941" y="766763"/>
                    <a:pt x="36473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8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93" name="D58AC011-BDB5-4640-99BB-C6C819A57837"/>
          <p:cNvPicPr>
            <a:picLocks noChangeAspect="1"/>
          </p:cNvPicPr>
          <p:nvPr/>
        </p:nvPicPr>
        <p:blipFill>
          <a:blip r:embed="rId26" cstate="print">
            <a:extLst>
              <a:ext uri="{83654600-236E-4D5E-5FDE-7AAEE41F6A09}"/>
            </a:extLst>
          </a:blip>
          <a:srcRect/>
          <a:stretch>
            <a:fillRect/>
          </a:stretch>
        </p:blipFill>
        <p:spPr>
          <a:xfrm>
            <a:off x="3466803" y="1125730"/>
            <a:ext cx="1028700" cy="114300"/>
          </a:xfrm>
          <a:prstGeom prst="rect">
            <a:avLst/>
          </a:prstGeom>
        </p:spPr>
      </p:pic>
      <p:sp>
        <p:nvSpPr>
          <p:cNvPr id="94" name="TextBox94"/>
          <p:cNvSpPr txBox="1"/>
          <p:nvPr/>
        </p:nvSpPr>
        <p:spPr>
          <a:xfrm>
            <a:off x="3457212" y="1078025"/>
            <a:ext cx="1030850" cy="1903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50" kern="0" spc="-3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2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nteres</a:t>
            </a:r>
            <a:r>
              <a:rPr lang="en-US" altLang="zh-CN" sz="1250" kern="0" spc="-1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25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2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arned</a:t>
            </a:r>
          </a:p>
        </p:txBody>
      </p:sp>
      <p:sp>
        <p:nvSpPr>
          <p:cNvPr id="95" name="TextBox95"/>
          <p:cNvSpPr txBox="1"/>
          <p:nvPr/>
        </p:nvSpPr>
        <p:spPr>
          <a:xfrm>
            <a:off x="3685838" y="1175703"/>
            <a:ext cx="554444" cy="555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650" kern="0" spc="-36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8M</a:t>
            </a:r>
          </a:p>
        </p:txBody>
      </p:sp>
      <p:sp>
        <p:nvSpPr>
          <p:cNvPr id="96" name="TextBox96"/>
          <p:cNvSpPr txBox="1"/>
          <p:nvPr/>
        </p:nvSpPr>
        <p:spPr>
          <a:xfrm>
            <a:off x="1654663" y="2026507"/>
            <a:ext cx="959569" cy="1573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revenue</a:t>
            </a:r>
          </a:p>
          <a:p>
            <a:pPr marL="0" marR="0" indent="0" eaLnBrk="0">
              <a:lnSpc>
                <a:spcPct val="1174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11956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6139398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80412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586332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80412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454072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80412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135608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75342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5315410</a:t>
            </a:r>
          </a:p>
        </p:txBody>
      </p:sp>
      <p:pic>
        <p:nvPicPr>
          <p:cNvPr id="97" name="84592B9C-BA60-45EF-DB1F-919826F3A79B"/>
          <p:cNvPicPr>
            <a:picLocks noChangeAspect="1"/>
          </p:cNvPicPr>
          <p:nvPr/>
        </p:nvPicPr>
        <p:blipFill>
          <a:blip r:embed="rId27" cstate="print">
            <a:extLst>
              <a:ext uri="{85E124CC-6D52-47FF-5856-DB7D31437855}"/>
            </a:extLst>
          </a:blip>
          <a:srcRect/>
          <a:stretch>
            <a:fillRect/>
          </a:stretch>
        </p:blipFill>
        <p:spPr>
          <a:xfrm>
            <a:off x="2738275" y="2168643"/>
            <a:ext cx="95250" cy="104775"/>
          </a:xfrm>
          <a:prstGeom prst="rect">
            <a:avLst/>
          </a:prstGeom>
        </p:spPr>
      </p:pic>
      <p:sp>
        <p:nvSpPr>
          <p:cNvPr id="98" name="TextBox98"/>
          <p:cNvSpPr txBox="1"/>
          <p:nvPr/>
        </p:nvSpPr>
        <p:spPr>
          <a:xfrm>
            <a:off x="2881455" y="2026507"/>
            <a:ext cx="1436765" cy="1573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Interest_Earned</a:t>
            </a:r>
          </a:p>
          <a:p>
            <a:pPr marL="0" marR="0" indent="0" eaLnBrk="0">
              <a:lnSpc>
                <a:spcPct val="1174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38188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64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,95,887.74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0664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8,12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,081.28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0664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3,73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,784.16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0664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1,61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,629.05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76275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8,43,382.23</a:t>
            </a:r>
          </a:p>
        </p:txBody>
      </p:sp>
      <p:grpSp>
        <p:nvGrpSpPr>
          <p:cNvPr id="99" name="Combination 99"/>
          <p:cNvGrpSpPr/>
          <p:nvPr/>
        </p:nvGrpSpPr>
        <p:grpSpPr>
          <a:xfrm>
            <a:off x="4804106" y="1061881"/>
            <a:ext cx="1352550" cy="771525"/>
            <a:chOff x="4804106" y="1061881"/>
            <a:chExt cx="1352550" cy="771525"/>
          </a:xfrm>
        </p:grpSpPr>
        <p:sp>
          <p:nvSpPr>
            <p:cNvPr id="100" name="VectorPath 100"/>
            <p:cNvSpPr/>
            <p:nvPr/>
          </p:nvSpPr>
          <p:spPr>
            <a:xfrm>
              <a:off x="4808868" y="1066643"/>
              <a:ext cx="1343025" cy="762000"/>
            </a:xfrm>
            <a:custGeom>
              <a:rect l="l" t="t" r="r" b="b"/>
              <a:pathLst>
                <a:path w="1343025" h="762000">
                  <a:moveTo>
                    <a:pt x="1308583" y="544"/>
                  </a:moveTo>
                  <a:cubicBezTo>
                    <a:pt x="1311261" y="1360"/>
                    <a:pt x="1313940" y="2175"/>
                    <a:pt x="1316565" y="3263"/>
                  </a:cubicBezTo>
                  <a:lnTo>
                    <a:pt x="1316670" y="3306"/>
                  </a:lnTo>
                  <a:cubicBezTo>
                    <a:pt x="1321875" y="5479"/>
                    <a:pt x="1326478" y="8562"/>
                    <a:pt x="1330552" y="12635"/>
                  </a:cubicBezTo>
                  <a:lnTo>
                    <a:pt x="1336039" y="18891"/>
                  </a:lnTo>
                  <a:cubicBezTo>
                    <a:pt x="1337355" y="21363"/>
                    <a:pt x="1338672" y="23834"/>
                    <a:pt x="1339758" y="26460"/>
                  </a:cubicBezTo>
                  <a:lnTo>
                    <a:pt x="1339802" y="26565"/>
                  </a:lnTo>
                  <a:cubicBezTo>
                    <a:pt x="1341939" y="31749"/>
                    <a:pt x="1343011" y="37143"/>
                    <a:pt x="1343025" y="42749"/>
                  </a:cubicBezTo>
                  <a:lnTo>
                    <a:pt x="1343025" y="719251"/>
                  </a:lnTo>
                  <a:lnTo>
                    <a:pt x="1342482" y="727555"/>
                  </a:lnTo>
                  <a:cubicBezTo>
                    <a:pt x="1341663" y="730242"/>
                    <a:pt x="1340847" y="732918"/>
                    <a:pt x="1339758" y="735540"/>
                  </a:cubicBezTo>
                  <a:lnTo>
                    <a:pt x="1339715" y="735645"/>
                  </a:lnTo>
                  <a:cubicBezTo>
                    <a:pt x="1337545" y="740853"/>
                    <a:pt x="1334464" y="745453"/>
                    <a:pt x="1330471" y="749446"/>
                  </a:cubicBezTo>
                  <a:lnTo>
                    <a:pt x="1330391" y="749526"/>
                  </a:lnTo>
                  <a:cubicBezTo>
                    <a:pt x="1326390" y="753506"/>
                    <a:pt x="1321778" y="756577"/>
                    <a:pt x="1316565" y="758737"/>
                  </a:cubicBezTo>
                  <a:lnTo>
                    <a:pt x="1316460" y="758780"/>
                  </a:lnTo>
                  <a:cubicBezTo>
                    <a:pt x="1311279" y="760913"/>
                    <a:pt x="1305884" y="761986"/>
                    <a:pt x="1300276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7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4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60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5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30027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01" name="VectorPath 101"/>
            <p:cNvSpPr/>
            <p:nvPr/>
          </p:nvSpPr>
          <p:spPr>
            <a:xfrm>
              <a:off x="4804106" y="1061881"/>
              <a:ext cx="1352550" cy="771525"/>
            </a:xfrm>
            <a:custGeom>
              <a:rect l="l" t="t" r="r" b="b"/>
              <a:pathLst>
                <a:path w="1352550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8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3" y="5850"/>
                    <a:pt x="41941" y="4763"/>
                    <a:pt x="47625" y="4763"/>
                  </a:cubicBezTo>
                  <a:lnTo>
                    <a:pt x="1304925" y="4763"/>
                  </a:lnTo>
                  <a:cubicBezTo>
                    <a:pt x="1310612" y="4763"/>
                    <a:pt x="1316079" y="5850"/>
                    <a:pt x="1321327" y="8025"/>
                  </a:cubicBezTo>
                  <a:cubicBezTo>
                    <a:pt x="1326575" y="10200"/>
                    <a:pt x="1331214" y="13298"/>
                    <a:pt x="1335234" y="17317"/>
                  </a:cubicBezTo>
                  <a:cubicBezTo>
                    <a:pt x="1339253" y="21336"/>
                    <a:pt x="1342349" y="25971"/>
                    <a:pt x="1344521" y="31222"/>
                  </a:cubicBezTo>
                  <a:cubicBezTo>
                    <a:pt x="1346702" y="36473"/>
                    <a:pt x="1347788" y="41941"/>
                    <a:pt x="1347788" y="47625"/>
                  </a:cubicBezTo>
                  <a:lnTo>
                    <a:pt x="1347788" y="723900"/>
                  </a:lnTo>
                  <a:cubicBezTo>
                    <a:pt x="1347788" y="729583"/>
                    <a:pt x="1346702" y="735052"/>
                    <a:pt x="1344521" y="740303"/>
                  </a:cubicBezTo>
                  <a:cubicBezTo>
                    <a:pt x="1342349" y="745554"/>
                    <a:pt x="1339253" y="750189"/>
                    <a:pt x="1335234" y="754209"/>
                  </a:cubicBezTo>
                  <a:cubicBezTo>
                    <a:pt x="1331214" y="758227"/>
                    <a:pt x="1326575" y="761325"/>
                    <a:pt x="1321327" y="763499"/>
                  </a:cubicBezTo>
                  <a:cubicBezTo>
                    <a:pt x="1316079" y="765675"/>
                    <a:pt x="1310612" y="766763"/>
                    <a:pt x="1304925" y="766763"/>
                  </a:cubicBezTo>
                  <a:lnTo>
                    <a:pt x="47625" y="766763"/>
                  </a:lnTo>
                  <a:cubicBezTo>
                    <a:pt x="41941" y="766763"/>
                    <a:pt x="36473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8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102" name="E7F98D9A-E60A-467A-8CEF-F0E0627E8AE4"/>
          <p:cNvPicPr>
            <a:picLocks noChangeAspect="1"/>
          </p:cNvPicPr>
          <p:nvPr/>
        </p:nvPicPr>
        <p:blipFill>
          <a:blip r:embed="rId28" cstate="print">
            <a:extLst>
              <a:ext uri="{36912AD0-5BAD-4635-A6F2-F0B8B3D5AC55}"/>
            </a:extLst>
          </a:blip>
          <a:srcRect/>
          <a:stretch>
            <a:fillRect/>
          </a:stretch>
        </p:blipFill>
        <p:spPr>
          <a:xfrm>
            <a:off x="4893415" y="1124924"/>
            <a:ext cx="1200150" cy="114300"/>
          </a:xfrm>
          <a:prstGeom prst="rect">
            <a:avLst/>
          </a:prstGeom>
        </p:spPr>
      </p:pic>
      <p:sp>
        <p:nvSpPr>
          <p:cNvPr id="103" name="TextBox103"/>
          <p:cNvSpPr txBox="1"/>
          <p:nvPr/>
        </p:nvSpPr>
        <p:spPr>
          <a:xfrm>
            <a:off x="4573181" y="1078025"/>
            <a:ext cx="1510904" cy="25219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18138" marR="0" indent="0" eaLnBrk="0">
              <a:lnSpc>
                <a:spcPct val="100000"/>
              </a:lnSpc>
            </a:pPr>
            <a:r>
              <a:rPr lang="en-US" altLang="zh-CN" sz="12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2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2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ans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</a:t>
            </a:r>
            <a:r>
              <a:rPr lang="en-US" altLang="zh-CN" sz="12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25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Cou</a:t>
            </a:r>
            <a:r>
              <a:rPr lang="en-US" altLang="zh-CN" sz="12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nt</a:t>
            </a:r>
          </a:p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7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50" kern="0" spc="-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50" kern="0" spc="-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Total_Trans_Amt</a:t>
            </a:r>
          </a:p>
          <a:p>
            <a:pPr marL="0" marR="0" indent="0" eaLnBrk="0">
              <a:lnSpc>
                <a:spcPct val="1174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12466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6957875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80923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586746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80923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024078</a:t>
            </a:r>
          </a:p>
          <a:p>
            <a:pPr marL="0" marR="0" indent="0" eaLnBrk="0">
              <a:lnSpc>
                <a:spcPct val="9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49388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53314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75852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4522013</a:t>
            </a:r>
          </a:p>
        </p:txBody>
      </p:sp>
      <p:sp>
        <p:nvSpPr>
          <p:cNvPr id="104" name="TextBox104"/>
          <p:cNvSpPr txBox="1"/>
          <p:nvPr/>
        </p:nvSpPr>
        <p:spPr>
          <a:xfrm>
            <a:off x="4983440" y="1175703"/>
            <a:ext cx="989234" cy="555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650" kern="0" spc="-190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65</a:t>
            </a:r>
            <a:r>
              <a:rPr lang="en-US" altLang="zh-CN" sz="3650" kern="0" spc="-200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6K</a:t>
            </a:r>
          </a:p>
        </p:txBody>
      </p:sp>
      <p:sp>
        <p:nvSpPr>
          <p:cNvPr id="105" name="TextBox105"/>
          <p:cNvSpPr txBox="1"/>
          <p:nvPr/>
        </p:nvSpPr>
        <p:spPr>
          <a:xfrm>
            <a:off x="6465953" y="1084650"/>
            <a:ext cx="3043121" cy="386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306414" marR="0" indent="-1306414" eaLnBrk="0">
              <a:lnSpc>
                <a:spcPct val="93981"/>
              </a:lnSpc>
            </a:pPr>
            <a:r>
              <a:rPr lang="en-US" altLang="zh-CN" sz="1350" kern="0" spc="-8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ota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_T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ans_Ct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</a:t>
            </a:r>
          </a:p>
        </p:txBody>
      </p:sp>
      <p:sp>
        <p:nvSpPr>
          <p:cNvPr id="106" name="TextBox106"/>
          <p:cNvSpPr txBox="1"/>
          <p:nvPr/>
        </p:nvSpPr>
        <p:spPr>
          <a:xfrm>
            <a:off x="6494528" y="1588235"/>
            <a:ext cx="791185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revenue</a:t>
            </a:r>
          </a:p>
        </p:txBody>
      </p:sp>
      <p:sp>
        <p:nvSpPr>
          <p:cNvPr id="107" name="TextBox107"/>
          <p:cNvSpPr txBox="1"/>
          <p:nvPr/>
        </p:nvSpPr>
        <p:spPr>
          <a:xfrm>
            <a:off x="7452688" y="1588235"/>
            <a:ext cx="1094465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5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900" kern="0" spc="-2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otal_Trans_Ct</a:t>
            </a:r>
          </a:p>
        </p:txBody>
      </p:sp>
      <p:sp>
        <p:nvSpPr>
          <p:cNvPr id="108" name="VectorPath 108"/>
          <p:cNvSpPr/>
          <p:nvPr/>
        </p:nvSpPr>
        <p:spPr>
          <a:xfrm>
            <a:off x="6382193" y="1610143"/>
            <a:ext cx="95250" cy="95250"/>
          </a:xfrm>
          <a:custGeom>
            <a:rect l="l" t="t" r="r" b="b"/>
            <a:pathLst>
              <a:path w="95250" h="95250">
                <a:moveTo>
                  <a:pt x="56978" y="604"/>
                </a:moveTo>
                <a:cubicBezTo>
                  <a:pt x="59915" y="1503"/>
                  <a:pt x="62854" y="2393"/>
                  <a:pt x="65734" y="3577"/>
                </a:cubicBezTo>
                <a:lnTo>
                  <a:pt x="65850" y="3625"/>
                </a:lnTo>
                <a:cubicBezTo>
                  <a:pt x="71646" y="6026"/>
                  <a:pt x="76767" y="9437"/>
                  <a:pt x="81212" y="13860"/>
                </a:cubicBezTo>
                <a:lnTo>
                  <a:pt x="81301" y="13949"/>
                </a:lnTo>
                <a:cubicBezTo>
                  <a:pt x="85737" y="18385"/>
                  <a:pt x="89162" y="23496"/>
                  <a:pt x="91577" y="29283"/>
                </a:cubicBezTo>
                <a:lnTo>
                  <a:pt x="91625" y="29400"/>
                </a:lnTo>
                <a:cubicBezTo>
                  <a:pt x="92833" y="32317"/>
                  <a:pt x="93740" y="35294"/>
                  <a:pt x="94646" y="38272"/>
                </a:cubicBezTo>
                <a:lnTo>
                  <a:pt x="95250" y="47499"/>
                </a:lnTo>
                <a:cubicBezTo>
                  <a:pt x="95250" y="53898"/>
                  <a:pt x="94058" y="59935"/>
                  <a:pt x="91673" y="65734"/>
                </a:cubicBezTo>
                <a:lnTo>
                  <a:pt x="91625" y="65850"/>
                </a:lnTo>
                <a:cubicBezTo>
                  <a:pt x="89224" y="71646"/>
                  <a:pt x="85813" y="76767"/>
                  <a:pt x="81390" y="81212"/>
                </a:cubicBezTo>
                <a:lnTo>
                  <a:pt x="81301" y="81301"/>
                </a:lnTo>
                <a:cubicBezTo>
                  <a:pt x="76865" y="85737"/>
                  <a:pt x="71754" y="89162"/>
                  <a:pt x="65967" y="91577"/>
                </a:cubicBezTo>
                <a:lnTo>
                  <a:pt x="65850" y="91625"/>
                </a:lnTo>
                <a:cubicBezTo>
                  <a:pt x="62933" y="92833"/>
                  <a:pt x="59956" y="93740"/>
                  <a:pt x="56978" y="94646"/>
                </a:cubicBezTo>
                <a:lnTo>
                  <a:pt x="47751" y="95250"/>
                </a:lnTo>
                <a:cubicBezTo>
                  <a:pt x="41352" y="95250"/>
                  <a:pt x="35315" y="94058"/>
                  <a:pt x="29516" y="91673"/>
                </a:cubicBezTo>
                <a:lnTo>
                  <a:pt x="29400" y="91625"/>
                </a:lnTo>
                <a:cubicBezTo>
                  <a:pt x="23604" y="89224"/>
                  <a:pt x="18483" y="85813"/>
                  <a:pt x="14038" y="81390"/>
                </a:cubicBezTo>
                <a:lnTo>
                  <a:pt x="13949" y="81301"/>
                </a:lnTo>
                <a:cubicBezTo>
                  <a:pt x="9513" y="76865"/>
                  <a:pt x="6088" y="71754"/>
                  <a:pt x="3673" y="65967"/>
                </a:cubicBezTo>
                <a:lnTo>
                  <a:pt x="3625" y="65850"/>
                </a:lnTo>
                <a:cubicBezTo>
                  <a:pt x="2417" y="62933"/>
                  <a:pt x="1510" y="59956"/>
                  <a:pt x="604" y="56978"/>
                </a:cubicBezTo>
                <a:lnTo>
                  <a:pt x="0" y="47751"/>
                </a:lnTo>
                <a:lnTo>
                  <a:pt x="0" y="47499"/>
                </a:lnTo>
                <a:cubicBezTo>
                  <a:pt x="16" y="41271"/>
                  <a:pt x="1208" y="35277"/>
                  <a:pt x="3577" y="29516"/>
                </a:cubicBezTo>
                <a:lnTo>
                  <a:pt x="3625" y="29400"/>
                </a:lnTo>
                <a:cubicBezTo>
                  <a:pt x="6026" y="23604"/>
                  <a:pt x="9437" y="18483"/>
                  <a:pt x="13860" y="14038"/>
                </a:cubicBezTo>
                <a:lnTo>
                  <a:pt x="13949" y="13949"/>
                </a:lnTo>
                <a:cubicBezTo>
                  <a:pt x="18385" y="9513"/>
                  <a:pt x="23496" y="6088"/>
                  <a:pt x="29283" y="3673"/>
                </a:cubicBezTo>
                <a:lnTo>
                  <a:pt x="29400" y="3625"/>
                </a:lnTo>
                <a:cubicBezTo>
                  <a:pt x="32317" y="2417"/>
                  <a:pt x="35294" y="1510"/>
                  <a:pt x="38272" y="604"/>
                </a:cubicBezTo>
                <a:lnTo>
                  <a:pt x="47499" y="0"/>
                </a:lnTo>
                <a:cubicBezTo>
                  <a:pt x="47667" y="0"/>
                  <a:pt x="47709" y="0"/>
                  <a:pt x="47751" y="0"/>
                </a:cubicBezTo>
              </a:path>
            </a:pathLst>
          </a:custGeom>
          <a:solidFill>
            <a:srgbClr val="085499">
              <a:alpha val="100000"/>
            </a:srgbClr>
          </a:solidFill>
        </p:spPr>
      </p:sp>
      <p:sp>
        <p:nvSpPr>
          <p:cNvPr id="109" name="VectorPath 109"/>
          <p:cNvSpPr/>
          <p:nvPr/>
        </p:nvSpPr>
        <p:spPr>
          <a:xfrm>
            <a:off x="7344233" y="1610143"/>
            <a:ext cx="95250" cy="95250"/>
          </a:xfrm>
          <a:custGeom>
            <a:rect l="l" t="t" r="r" b="b"/>
            <a:pathLst>
              <a:path w="95250" h="95250">
                <a:moveTo>
                  <a:pt x="56978" y="604"/>
                </a:moveTo>
                <a:cubicBezTo>
                  <a:pt x="59915" y="1503"/>
                  <a:pt x="62854" y="2393"/>
                  <a:pt x="65733" y="3577"/>
                </a:cubicBezTo>
                <a:lnTo>
                  <a:pt x="65850" y="3625"/>
                </a:lnTo>
                <a:cubicBezTo>
                  <a:pt x="71646" y="6026"/>
                  <a:pt x="76767" y="9437"/>
                  <a:pt x="81211" y="13860"/>
                </a:cubicBezTo>
                <a:lnTo>
                  <a:pt x="81301" y="13949"/>
                </a:lnTo>
                <a:cubicBezTo>
                  <a:pt x="85737" y="18385"/>
                  <a:pt x="89162" y="23496"/>
                  <a:pt x="91577" y="29283"/>
                </a:cubicBezTo>
                <a:lnTo>
                  <a:pt x="91625" y="29400"/>
                </a:lnTo>
                <a:cubicBezTo>
                  <a:pt x="92833" y="32317"/>
                  <a:pt x="93739" y="35294"/>
                  <a:pt x="94645" y="38272"/>
                </a:cubicBezTo>
                <a:lnTo>
                  <a:pt x="95250" y="47499"/>
                </a:lnTo>
                <a:cubicBezTo>
                  <a:pt x="95250" y="53898"/>
                  <a:pt x="94058" y="59935"/>
                  <a:pt x="91673" y="65734"/>
                </a:cubicBezTo>
                <a:lnTo>
                  <a:pt x="91625" y="65850"/>
                </a:lnTo>
                <a:cubicBezTo>
                  <a:pt x="89224" y="71646"/>
                  <a:pt x="85813" y="76767"/>
                  <a:pt x="81390" y="81212"/>
                </a:cubicBezTo>
                <a:lnTo>
                  <a:pt x="81301" y="81301"/>
                </a:lnTo>
                <a:cubicBezTo>
                  <a:pt x="76865" y="85737"/>
                  <a:pt x="71754" y="89162"/>
                  <a:pt x="65967" y="91577"/>
                </a:cubicBezTo>
                <a:lnTo>
                  <a:pt x="65850" y="91625"/>
                </a:lnTo>
                <a:cubicBezTo>
                  <a:pt x="62933" y="92833"/>
                  <a:pt x="59955" y="93740"/>
                  <a:pt x="56978" y="94646"/>
                </a:cubicBezTo>
                <a:lnTo>
                  <a:pt x="47751" y="95250"/>
                </a:lnTo>
                <a:cubicBezTo>
                  <a:pt x="41352" y="95250"/>
                  <a:pt x="35316" y="94058"/>
                  <a:pt x="29517" y="91673"/>
                </a:cubicBezTo>
                <a:lnTo>
                  <a:pt x="29400" y="91625"/>
                </a:lnTo>
                <a:cubicBezTo>
                  <a:pt x="23604" y="89224"/>
                  <a:pt x="18483" y="85813"/>
                  <a:pt x="14039" y="81390"/>
                </a:cubicBezTo>
                <a:lnTo>
                  <a:pt x="13949" y="81301"/>
                </a:lnTo>
                <a:cubicBezTo>
                  <a:pt x="9513" y="76865"/>
                  <a:pt x="6088" y="71754"/>
                  <a:pt x="3673" y="65967"/>
                </a:cubicBezTo>
                <a:lnTo>
                  <a:pt x="3625" y="65850"/>
                </a:lnTo>
                <a:cubicBezTo>
                  <a:pt x="2417" y="62933"/>
                  <a:pt x="1511" y="59956"/>
                  <a:pt x="605" y="56978"/>
                </a:cubicBezTo>
                <a:lnTo>
                  <a:pt x="0" y="47751"/>
                </a:lnTo>
                <a:lnTo>
                  <a:pt x="0" y="47499"/>
                </a:lnTo>
                <a:cubicBezTo>
                  <a:pt x="16" y="41271"/>
                  <a:pt x="1208" y="35277"/>
                  <a:pt x="3577" y="29516"/>
                </a:cubicBezTo>
                <a:lnTo>
                  <a:pt x="3625" y="29400"/>
                </a:lnTo>
                <a:cubicBezTo>
                  <a:pt x="6026" y="23604"/>
                  <a:pt x="9437" y="18483"/>
                  <a:pt x="13860" y="14038"/>
                </a:cubicBezTo>
                <a:lnTo>
                  <a:pt x="13949" y="13949"/>
                </a:lnTo>
                <a:cubicBezTo>
                  <a:pt x="18385" y="9513"/>
                  <a:pt x="23496" y="6088"/>
                  <a:pt x="29283" y="3673"/>
                </a:cubicBezTo>
                <a:lnTo>
                  <a:pt x="29400" y="3625"/>
                </a:lnTo>
                <a:cubicBezTo>
                  <a:pt x="32317" y="2417"/>
                  <a:pt x="35295" y="1510"/>
                  <a:pt x="38272" y="604"/>
                </a:cubicBezTo>
                <a:lnTo>
                  <a:pt x="47499" y="0"/>
                </a:lnTo>
                <a:cubicBezTo>
                  <a:pt x="47667" y="0"/>
                  <a:pt x="47709" y="0"/>
                  <a:pt x="47751" y="0"/>
                </a:cubicBezTo>
              </a:path>
            </a:pathLst>
          </a:custGeom>
          <a:solidFill>
            <a:srgbClr val="70BBFF">
              <a:alpha val="100000"/>
            </a:srgbClr>
          </a:solidFill>
        </p:spPr>
      </p:sp>
      <p:sp>
        <p:nvSpPr>
          <p:cNvPr id="110" name="TextBox110"/>
          <p:cNvSpPr txBox="1"/>
          <p:nvPr/>
        </p:nvSpPr>
        <p:spPr>
          <a:xfrm>
            <a:off x="6539176" y="1938486"/>
            <a:ext cx="225743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15M</a:t>
            </a:r>
          </a:p>
        </p:txBody>
      </p:sp>
      <p:grpSp>
        <p:nvGrpSpPr>
          <p:cNvPr id="111" name="Combination 111"/>
          <p:cNvGrpSpPr/>
          <p:nvPr/>
        </p:nvGrpSpPr>
        <p:grpSpPr>
          <a:xfrm>
            <a:off x="6860347" y="2004170"/>
            <a:ext cx="142875" cy="19050"/>
            <a:chOff x="6860347" y="2004170"/>
            <a:chExt cx="142875" cy="19050"/>
          </a:xfrm>
        </p:grpSpPr>
        <p:sp>
          <p:nvSpPr>
            <p:cNvPr id="112" name="VectorPath 112"/>
            <p:cNvSpPr/>
            <p:nvPr/>
          </p:nvSpPr>
          <p:spPr>
            <a:xfrm>
              <a:off x="68603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13" name="VectorPath 113"/>
            <p:cNvSpPr/>
            <p:nvPr/>
          </p:nvSpPr>
          <p:spPr>
            <a:xfrm>
              <a:off x="695559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14" name="Combination 114"/>
          <p:cNvGrpSpPr/>
          <p:nvPr/>
        </p:nvGrpSpPr>
        <p:grpSpPr>
          <a:xfrm>
            <a:off x="7050847" y="2004170"/>
            <a:ext cx="142875" cy="19050"/>
            <a:chOff x="7050847" y="2004170"/>
            <a:chExt cx="142875" cy="19050"/>
          </a:xfrm>
        </p:grpSpPr>
        <p:sp>
          <p:nvSpPr>
            <p:cNvPr id="115" name="VectorPath 115"/>
            <p:cNvSpPr/>
            <p:nvPr/>
          </p:nvSpPr>
          <p:spPr>
            <a:xfrm>
              <a:off x="70508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16" name="VectorPath 116"/>
            <p:cNvSpPr/>
            <p:nvPr/>
          </p:nvSpPr>
          <p:spPr>
            <a:xfrm>
              <a:off x="714609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17" name="Combination 117"/>
          <p:cNvGrpSpPr/>
          <p:nvPr/>
        </p:nvGrpSpPr>
        <p:grpSpPr>
          <a:xfrm>
            <a:off x="7241347" y="2004170"/>
            <a:ext cx="142875" cy="19050"/>
            <a:chOff x="7241347" y="2004170"/>
            <a:chExt cx="142875" cy="19050"/>
          </a:xfrm>
        </p:grpSpPr>
        <p:sp>
          <p:nvSpPr>
            <p:cNvPr id="118" name="VectorPath 118"/>
            <p:cNvSpPr/>
            <p:nvPr/>
          </p:nvSpPr>
          <p:spPr>
            <a:xfrm>
              <a:off x="72413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19" name="VectorPath 119"/>
            <p:cNvSpPr/>
            <p:nvPr/>
          </p:nvSpPr>
          <p:spPr>
            <a:xfrm>
              <a:off x="733659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20" name="Combination 120"/>
          <p:cNvGrpSpPr/>
          <p:nvPr/>
        </p:nvGrpSpPr>
        <p:grpSpPr>
          <a:xfrm>
            <a:off x="7431848" y="2004170"/>
            <a:ext cx="142875" cy="19050"/>
            <a:chOff x="7431848" y="2004170"/>
            <a:chExt cx="142875" cy="19050"/>
          </a:xfrm>
        </p:grpSpPr>
        <p:sp>
          <p:nvSpPr>
            <p:cNvPr id="121" name="VectorPath 121"/>
            <p:cNvSpPr/>
            <p:nvPr/>
          </p:nvSpPr>
          <p:spPr>
            <a:xfrm>
              <a:off x="743184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22" name="VectorPath 122"/>
            <p:cNvSpPr/>
            <p:nvPr/>
          </p:nvSpPr>
          <p:spPr>
            <a:xfrm>
              <a:off x="752709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23" name="Combination 123"/>
          <p:cNvGrpSpPr/>
          <p:nvPr/>
        </p:nvGrpSpPr>
        <p:grpSpPr>
          <a:xfrm>
            <a:off x="7622347" y="2004170"/>
            <a:ext cx="142875" cy="19050"/>
            <a:chOff x="7622347" y="2004170"/>
            <a:chExt cx="142875" cy="19050"/>
          </a:xfrm>
        </p:grpSpPr>
        <p:sp>
          <p:nvSpPr>
            <p:cNvPr id="124" name="VectorPath 124"/>
            <p:cNvSpPr/>
            <p:nvPr/>
          </p:nvSpPr>
          <p:spPr>
            <a:xfrm>
              <a:off x="76223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25" name="VectorPath 125"/>
            <p:cNvSpPr/>
            <p:nvPr/>
          </p:nvSpPr>
          <p:spPr>
            <a:xfrm>
              <a:off x="771759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26" name="Combination 126"/>
          <p:cNvGrpSpPr/>
          <p:nvPr/>
        </p:nvGrpSpPr>
        <p:grpSpPr>
          <a:xfrm>
            <a:off x="7812847" y="2004170"/>
            <a:ext cx="142875" cy="19050"/>
            <a:chOff x="7812847" y="2004170"/>
            <a:chExt cx="142875" cy="19050"/>
          </a:xfrm>
        </p:grpSpPr>
        <p:sp>
          <p:nvSpPr>
            <p:cNvPr id="127" name="VectorPath 127"/>
            <p:cNvSpPr/>
            <p:nvPr/>
          </p:nvSpPr>
          <p:spPr>
            <a:xfrm>
              <a:off x="78128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28" name="VectorPath 128"/>
            <p:cNvSpPr/>
            <p:nvPr/>
          </p:nvSpPr>
          <p:spPr>
            <a:xfrm>
              <a:off x="790809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29" name="Combination 129"/>
          <p:cNvGrpSpPr/>
          <p:nvPr/>
        </p:nvGrpSpPr>
        <p:grpSpPr>
          <a:xfrm>
            <a:off x="8003348" y="2004170"/>
            <a:ext cx="142875" cy="19050"/>
            <a:chOff x="8003348" y="2004170"/>
            <a:chExt cx="142875" cy="19050"/>
          </a:xfrm>
        </p:grpSpPr>
        <p:sp>
          <p:nvSpPr>
            <p:cNvPr id="130" name="VectorPath 130"/>
            <p:cNvSpPr/>
            <p:nvPr/>
          </p:nvSpPr>
          <p:spPr>
            <a:xfrm>
              <a:off x="800334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31" name="VectorPath 131"/>
            <p:cNvSpPr/>
            <p:nvPr/>
          </p:nvSpPr>
          <p:spPr>
            <a:xfrm>
              <a:off x="809859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32" name="Combination 132"/>
          <p:cNvGrpSpPr/>
          <p:nvPr/>
        </p:nvGrpSpPr>
        <p:grpSpPr>
          <a:xfrm>
            <a:off x="8193847" y="2004170"/>
            <a:ext cx="142875" cy="19050"/>
            <a:chOff x="8193847" y="2004170"/>
            <a:chExt cx="142875" cy="19050"/>
          </a:xfrm>
        </p:grpSpPr>
        <p:sp>
          <p:nvSpPr>
            <p:cNvPr id="133" name="VectorPath 133"/>
            <p:cNvSpPr/>
            <p:nvPr/>
          </p:nvSpPr>
          <p:spPr>
            <a:xfrm>
              <a:off x="81938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34" name="VectorPath 134"/>
            <p:cNvSpPr/>
            <p:nvPr/>
          </p:nvSpPr>
          <p:spPr>
            <a:xfrm>
              <a:off x="828909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35" name="Combination 135"/>
          <p:cNvGrpSpPr/>
          <p:nvPr/>
        </p:nvGrpSpPr>
        <p:grpSpPr>
          <a:xfrm>
            <a:off x="8384347" y="2004170"/>
            <a:ext cx="142875" cy="19050"/>
            <a:chOff x="8384347" y="2004170"/>
            <a:chExt cx="142875" cy="19050"/>
          </a:xfrm>
        </p:grpSpPr>
        <p:sp>
          <p:nvSpPr>
            <p:cNvPr id="136" name="VectorPath 136"/>
            <p:cNvSpPr/>
            <p:nvPr/>
          </p:nvSpPr>
          <p:spPr>
            <a:xfrm>
              <a:off x="8384347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37" name="VectorPath 137"/>
            <p:cNvSpPr/>
            <p:nvPr/>
          </p:nvSpPr>
          <p:spPr>
            <a:xfrm>
              <a:off x="847959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38" name="Combination 138"/>
          <p:cNvGrpSpPr/>
          <p:nvPr/>
        </p:nvGrpSpPr>
        <p:grpSpPr>
          <a:xfrm>
            <a:off x="8574848" y="2004170"/>
            <a:ext cx="142875" cy="19050"/>
            <a:chOff x="8574848" y="2004170"/>
            <a:chExt cx="142875" cy="19050"/>
          </a:xfrm>
        </p:grpSpPr>
        <p:sp>
          <p:nvSpPr>
            <p:cNvPr id="139" name="VectorPath 139"/>
            <p:cNvSpPr/>
            <p:nvPr/>
          </p:nvSpPr>
          <p:spPr>
            <a:xfrm>
              <a:off x="857484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40" name="VectorPath 140"/>
            <p:cNvSpPr/>
            <p:nvPr/>
          </p:nvSpPr>
          <p:spPr>
            <a:xfrm>
              <a:off x="867009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41" name="Combination 141"/>
          <p:cNvGrpSpPr/>
          <p:nvPr/>
        </p:nvGrpSpPr>
        <p:grpSpPr>
          <a:xfrm>
            <a:off x="7003866" y="1842934"/>
            <a:ext cx="1904356" cy="266121"/>
            <a:chOff x="7003866" y="1842934"/>
            <a:chExt cx="1904356" cy="266121"/>
          </a:xfrm>
        </p:grpSpPr>
        <p:sp>
          <p:nvSpPr>
            <p:cNvPr id="142" name="VectorPath 142"/>
            <p:cNvSpPr/>
            <p:nvPr/>
          </p:nvSpPr>
          <p:spPr>
            <a:xfrm>
              <a:off x="876534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43" name="VectorPath 143"/>
            <p:cNvSpPr/>
            <p:nvPr/>
          </p:nvSpPr>
          <p:spPr>
            <a:xfrm>
              <a:off x="886059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44" name="VectorPath 144"/>
            <p:cNvSpPr/>
            <p:nvPr/>
          </p:nvSpPr>
          <p:spPr>
            <a:xfrm>
              <a:off x="7003866" y="1864431"/>
              <a:ext cx="464660" cy="182880"/>
            </a:xfrm>
            <a:custGeom>
              <a:rect l="l" t="t" r="r" b="b"/>
              <a:pathLst>
                <a:path w="464660" h="182880">
                  <a:moveTo>
                    <a:pt x="434043" y="484"/>
                  </a:moveTo>
                  <a:cubicBezTo>
                    <a:pt x="436425" y="1208"/>
                    <a:pt x="438807" y="1934"/>
                    <a:pt x="441140" y="2900"/>
                  </a:cubicBezTo>
                  <a:lnTo>
                    <a:pt x="441234" y="2939"/>
                  </a:lnTo>
                  <a:cubicBezTo>
                    <a:pt x="445863" y="4871"/>
                    <a:pt x="449952" y="7611"/>
                    <a:pt x="453500" y="11159"/>
                  </a:cubicBezTo>
                  <a:lnTo>
                    <a:pt x="453572" y="11231"/>
                  </a:lnTo>
                  <a:cubicBezTo>
                    <a:pt x="457110" y="14787"/>
                    <a:pt x="459839" y="18883"/>
                    <a:pt x="461759" y="23520"/>
                  </a:cubicBezTo>
                  <a:lnTo>
                    <a:pt x="461798" y="23613"/>
                  </a:lnTo>
                  <a:cubicBezTo>
                    <a:pt x="463693" y="28222"/>
                    <a:pt x="464647" y="33017"/>
                    <a:pt x="464660" y="37999"/>
                  </a:cubicBezTo>
                  <a:lnTo>
                    <a:pt x="464660" y="144881"/>
                  </a:lnTo>
                  <a:lnTo>
                    <a:pt x="464176" y="152262"/>
                  </a:lnTo>
                  <a:cubicBezTo>
                    <a:pt x="463452" y="154644"/>
                    <a:pt x="462727" y="157026"/>
                    <a:pt x="461759" y="159360"/>
                  </a:cubicBezTo>
                  <a:lnTo>
                    <a:pt x="461721" y="159454"/>
                  </a:lnTo>
                  <a:cubicBezTo>
                    <a:pt x="459789" y="164083"/>
                    <a:pt x="457050" y="168172"/>
                    <a:pt x="453500" y="171721"/>
                  </a:cubicBezTo>
                  <a:lnTo>
                    <a:pt x="453429" y="171792"/>
                  </a:lnTo>
                  <a:cubicBezTo>
                    <a:pt x="449873" y="175330"/>
                    <a:pt x="445777" y="178059"/>
                    <a:pt x="441140" y="179980"/>
                  </a:cubicBezTo>
                  <a:lnTo>
                    <a:pt x="441047" y="180018"/>
                  </a:lnTo>
                  <a:cubicBezTo>
                    <a:pt x="436439" y="181914"/>
                    <a:pt x="431643" y="182867"/>
                    <a:pt x="426661" y="182880"/>
                  </a:cubicBezTo>
                  <a:lnTo>
                    <a:pt x="37999" y="182880"/>
                  </a:lnTo>
                  <a:lnTo>
                    <a:pt x="30618" y="182397"/>
                  </a:lnTo>
                  <a:cubicBezTo>
                    <a:pt x="28235" y="181672"/>
                    <a:pt x="25853" y="180947"/>
                    <a:pt x="23520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60" y="171721"/>
                  </a:cubicBezTo>
                  <a:lnTo>
                    <a:pt x="11088" y="171650"/>
                  </a:lnTo>
                  <a:cubicBezTo>
                    <a:pt x="7550" y="168093"/>
                    <a:pt x="4821" y="163997"/>
                    <a:pt x="2901" y="159360"/>
                  </a:cubicBezTo>
                  <a:lnTo>
                    <a:pt x="2862" y="159267"/>
                  </a:lnTo>
                  <a:cubicBezTo>
                    <a:pt x="967" y="154659"/>
                    <a:pt x="13" y="149864"/>
                    <a:pt x="0" y="144881"/>
                  </a:cubicBezTo>
                  <a:lnTo>
                    <a:pt x="0" y="37999"/>
                  </a:lnTo>
                  <a:lnTo>
                    <a:pt x="484" y="30618"/>
                  </a:lnTo>
                  <a:cubicBezTo>
                    <a:pt x="1208" y="28236"/>
                    <a:pt x="1933" y="25854"/>
                    <a:pt x="2901" y="23520"/>
                  </a:cubicBezTo>
                  <a:lnTo>
                    <a:pt x="2939" y="23426"/>
                  </a:lnTo>
                  <a:cubicBezTo>
                    <a:pt x="4871" y="18797"/>
                    <a:pt x="7610" y="14708"/>
                    <a:pt x="11160" y="11159"/>
                  </a:cubicBezTo>
                  <a:lnTo>
                    <a:pt x="11231" y="11088"/>
                  </a:lnTo>
                  <a:cubicBezTo>
                    <a:pt x="14787" y="7550"/>
                    <a:pt x="18883" y="4821"/>
                    <a:pt x="23520" y="2900"/>
                  </a:cubicBezTo>
                  <a:lnTo>
                    <a:pt x="23613" y="2862"/>
                  </a:lnTo>
                  <a:cubicBezTo>
                    <a:pt x="28221" y="967"/>
                    <a:pt x="33017" y="13"/>
                    <a:pt x="37999" y="0"/>
                  </a:cubicBezTo>
                  <a:lnTo>
                    <a:pt x="426661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  <p:sp>
          <p:nvSpPr>
            <p:cNvPr id="145" name="VectorPath 145"/>
            <p:cNvSpPr/>
            <p:nvPr/>
          </p:nvSpPr>
          <p:spPr>
            <a:xfrm>
              <a:off x="7483622" y="1877696"/>
              <a:ext cx="464660" cy="182880"/>
            </a:xfrm>
            <a:custGeom>
              <a:rect l="l" t="t" r="r" b="b"/>
              <a:pathLst>
                <a:path w="464660" h="182880">
                  <a:moveTo>
                    <a:pt x="434043" y="484"/>
                  </a:moveTo>
                  <a:cubicBezTo>
                    <a:pt x="436425" y="1208"/>
                    <a:pt x="438807" y="1934"/>
                    <a:pt x="441140" y="2900"/>
                  </a:cubicBezTo>
                  <a:lnTo>
                    <a:pt x="441234" y="2939"/>
                  </a:lnTo>
                  <a:cubicBezTo>
                    <a:pt x="445863" y="4871"/>
                    <a:pt x="449952" y="7611"/>
                    <a:pt x="453500" y="11159"/>
                  </a:cubicBezTo>
                  <a:lnTo>
                    <a:pt x="453572" y="11231"/>
                  </a:lnTo>
                  <a:cubicBezTo>
                    <a:pt x="457110" y="14787"/>
                    <a:pt x="459839" y="18883"/>
                    <a:pt x="461759" y="23520"/>
                  </a:cubicBezTo>
                  <a:lnTo>
                    <a:pt x="461798" y="23613"/>
                  </a:lnTo>
                  <a:cubicBezTo>
                    <a:pt x="463693" y="28222"/>
                    <a:pt x="464647" y="33017"/>
                    <a:pt x="464660" y="37999"/>
                  </a:cubicBezTo>
                  <a:lnTo>
                    <a:pt x="464660" y="144881"/>
                  </a:lnTo>
                  <a:lnTo>
                    <a:pt x="464176" y="152262"/>
                  </a:lnTo>
                  <a:cubicBezTo>
                    <a:pt x="463452" y="154644"/>
                    <a:pt x="462727" y="157026"/>
                    <a:pt x="461759" y="159360"/>
                  </a:cubicBezTo>
                  <a:lnTo>
                    <a:pt x="461721" y="159454"/>
                  </a:lnTo>
                  <a:cubicBezTo>
                    <a:pt x="459789" y="164083"/>
                    <a:pt x="457050" y="168172"/>
                    <a:pt x="453500" y="171721"/>
                  </a:cubicBezTo>
                  <a:lnTo>
                    <a:pt x="453429" y="171792"/>
                  </a:lnTo>
                  <a:cubicBezTo>
                    <a:pt x="449873" y="175330"/>
                    <a:pt x="445777" y="178059"/>
                    <a:pt x="441140" y="179980"/>
                  </a:cubicBezTo>
                  <a:lnTo>
                    <a:pt x="441047" y="180018"/>
                  </a:lnTo>
                  <a:cubicBezTo>
                    <a:pt x="436439" y="181913"/>
                    <a:pt x="431643" y="182868"/>
                    <a:pt x="426661" y="182880"/>
                  </a:cubicBezTo>
                  <a:lnTo>
                    <a:pt x="37999" y="182880"/>
                  </a:lnTo>
                  <a:lnTo>
                    <a:pt x="30618" y="182397"/>
                  </a:lnTo>
                  <a:cubicBezTo>
                    <a:pt x="28235" y="181672"/>
                    <a:pt x="25853" y="180947"/>
                    <a:pt x="23520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60" y="171721"/>
                  </a:cubicBezTo>
                  <a:lnTo>
                    <a:pt x="11088" y="171650"/>
                  </a:lnTo>
                  <a:cubicBezTo>
                    <a:pt x="7550" y="168093"/>
                    <a:pt x="4821" y="163997"/>
                    <a:pt x="2901" y="159360"/>
                  </a:cubicBezTo>
                  <a:lnTo>
                    <a:pt x="2862" y="159267"/>
                  </a:lnTo>
                  <a:cubicBezTo>
                    <a:pt x="967" y="154659"/>
                    <a:pt x="13" y="149864"/>
                    <a:pt x="0" y="144881"/>
                  </a:cubicBezTo>
                  <a:lnTo>
                    <a:pt x="0" y="37999"/>
                  </a:lnTo>
                  <a:lnTo>
                    <a:pt x="484" y="30618"/>
                  </a:lnTo>
                  <a:cubicBezTo>
                    <a:pt x="1208" y="28236"/>
                    <a:pt x="1933" y="25854"/>
                    <a:pt x="2901" y="23520"/>
                  </a:cubicBezTo>
                  <a:lnTo>
                    <a:pt x="2939" y="23426"/>
                  </a:lnTo>
                  <a:cubicBezTo>
                    <a:pt x="4871" y="18797"/>
                    <a:pt x="7610" y="14708"/>
                    <a:pt x="11160" y="11159"/>
                  </a:cubicBezTo>
                  <a:lnTo>
                    <a:pt x="11231" y="11088"/>
                  </a:lnTo>
                  <a:cubicBezTo>
                    <a:pt x="14787" y="7550"/>
                    <a:pt x="18883" y="4821"/>
                    <a:pt x="23520" y="2900"/>
                  </a:cubicBezTo>
                  <a:lnTo>
                    <a:pt x="23613" y="2862"/>
                  </a:lnTo>
                  <a:cubicBezTo>
                    <a:pt x="28221" y="967"/>
                    <a:pt x="33017" y="13"/>
                    <a:pt x="37999" y="0"/>
                  </a:cubicBezTo>
                  <a:lnTo>
                    <a:pt x="426661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  <p:sp>
          <p:nvSpPr>
            <p:cNvPr id="146" name="VectorPath 146"/>
            <p:cNvSpPr/>
            <p:nvPr/>
          </p:nvSpPr>
          <p:spPr>
            <a:xfrm>
              <a:off x="7963408" y="1842934"/>
              <a:ext cx="464660" cy="182880"/>
            </a:xfrm>
            <a:custGeom>
              <a:rect l="l" t="t" r="r" b="b"/>
              <a:pathLst>
                <a:path w="464660" h="182880">
                  <a:moveTo>
                    <a:pt x="434043" y="484"/>
                  </a:moveTo>
                  <a:cubicBezTo>
                    <a:pt x="436425" y="1208"/>
                    <a:pt x="438807" y="1934"/>
                    <a:pt x="441140" y="2900"/>
                  </a:cubicBezTo>
                  <a:lnTo>
                    <a:pt x="441234" y="2939"/>
                  </a:lnTo>
                  <a:cubicBezTo>
                    <a:pt x="445863" y="4871"/>
                    <a:pt x="449952" y="7611"/>
                    <a:pt x="453500" y="11159"/>
                  </a:cubicBezTo>
                  <a:lnTo>
                    <a:pt x="453572" y="11231"/>
                  </a:lnTo>
                  <a:cubicBezTo>
                    <a:pt x="457110" y="14787"/>
                    <a:pt x="459839" y="18883"/>
                    <a:pt x="461759" y="23520"/>
                  </a:cubicBezTo>
                  <a:lnTo>
                    <a:pt x="461798" y="23613"/>
                  </a:lnTo>
                  <a:cubicBezTo>
                    <a:pt x="463693" y="28222"/>
                    <a:pt x="464647" y="33017"/>
                    <a:pt x="464660" y="37999"/>
                  </a:cubicBezTo>
                  <a:lnTo>
                    <a:pt x="464660" y="144881"/>
                  </a:lnTo>
                  <a:lnTo>
                    <a:pt x="464176" y="152262"/>
                  </a:lnTo>
                  <a:cubicBezTo>
                    <a:pt x="463452" y="154644"/>
                    <a:pt x="462727" y="157026"/>
                    <a:pt x="461759" y="159360"/>
                  </a:cubicBezTo>
                  <a:lnTo>
                    <a:pt x="461721" y="159454"/>
                  </a:lnTo>
                  <a:cubicBezTo>
                    <a:pt x="459789" y="164083"/>
                    <a:pt x="457050" y="168172"/>
                    <a:pt x="453500" y="171721"/>
                  </a:cubicBezTo>
                  <a:lnTo>
                    <a:pt x="453429" y="171792"/>
                  </a:lnTo>
                  <a:cubicBezTo>
                    <a:pt x="449873" y="175330"/>
                    <a:pt x="445777" y="178059"/>
                    <a:pt x="441140" y="179980"/>
                  </a:cubicBezTo>
                  <a:lnTo>
                    <a:pt x="441047" y="180018"/>
                  </a:lnTo>
                  <a:cubicBezTo>
                    <a:pt x="436439" y="181913"/>
                    <a:pt x="431643" y="182868"/>
                    <a:pt x="426661" y="182880"/>
                  </a:cubicBezTo>
                  <a:lnTo>
                    <a:pt x="37999" y="182880"/>
                  </a:lnTo>
                  <a:lnTo>
                    <a:pt x="30618" y="182397"/>
                  </a:lnTo>
                  <a:cubicBezTo>
                    <a:pt x="28235" y="181672"/>
                    <a:pt x="25853" y="180947"/>
                    <a:pt x="23520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60" y="171721"/>
                  </a:cubicBezTo>
                  <a:lnTo>
                    <a:pt x="11088" y="171650"/>
                  </a:lnTo>
                  <a:cubicBezTo>
                    <a:pt x="7550" y="168093"/>
                    <a:pt x="4821" y="163997"/>
                    <a:pt x="2901" y="159360"/>
                  </a:cubicBezTo>
                  <a:lnTo>
                    <a:pt x="2862" y="159267"/>
                  </a:lnTo>
                  <a:cubicBezTo>
                    <a:pt x="967" y="154659"/>
                    <a:pt x="13" y="149864"/>
                    <a:pt x="0" y="144881"/>
                  </a:cubicBezTo>
                  <a:lnTo>
                    <a:pt x="0" y="37999"/>
                  </a:lnTo>
                  <a:lnTo>
                    <a:pt x="484" y="30618"/>
                  </a:lnTo>
                  <a:cubicBezTo>
                    <a:pt x="1208" y="28236"/>
                    <a:pt x="1933" y="25854"/>
                    <a:pt x="2901" y="23520"/>
                  </a:cubicBezTo>
                  <a:lnTo>
                    <a:pt x="2939" y="23426"/>
                  </a:lnTo>
                  <a:cubicBezTo>
                    <a:pt x="4871" y="18797"/>
                    <a:pt x="7610" y="14708"/>
                    <a:pt x="11160" y="11159"/>
                  </a:cubicBezTo>
                  <a:lnTo>
                    <a:pt x="11231" y="11088"/>
                  </a:lnTo>
                  <a:cubicBezTo>
                    <a:pt x="14787" y="7550"/>
                    <a:pt x="18883" y="4821"/>
                    <a:pt x="23520" y="2900"/>
                  </a:cubicBezTo>
                  <a:lnTo>
                    <a:pt x="23613" y="2862"/>
                  </a:lnTo>
                  <a:cubicBezTo>
                    <a:pt x="28221" y="967"/>
                    <a:pt x="33017" y="13"/>
                    <a:pt x="37999" y="0"/>
                  </a:cubicBezTo>
                  <a:lnTo>
                    <a:pt x="426661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  <p:sp>
          <p:nvSpPr>
            <p:cNvPr id="147" name="VectorPath 147"/>
            <p:cNvSpPr/>
            <p:nvPr/>
          </p:nvSpPr>
          <p:spPr>
            <a:xfrm>
              <a:off x="8443194" y="1926175"/>
              <a:ext cx="464660" cy="182880"/>
            </a:xfrm>
            <a:custGeom>
              <a:rect l="l" t="t" r="r" b="b"/>
              <a:pathLst>
                <a:path w="464660" h="182880">
                  <a:moveTo>
                    <a:pt x="434043" y="484"/>
                  </a:moveTo>
                  <a:cubicBezTo>
                    <a:pt x="436425" y="1208"/>
                    <a:pt x="438807" y="1934"/>
                    <a:pt x="441140" y="2900"/>
                  </a:cubicBezTo>
                  <a:lnTo>
                    <a:pt x="441234" y="2939"/>
                  </a:lnTo>
                  <a:cubicBezTo>
                    <a:pt x="445863" y="4871"/>
                    <a:pt x="449952" y="7611"/>
                    <a:pt x="453500" y="11159"/>
                  </a:cubicBezTo>
                  <a:lnTo>
                    <a:pt x="453572" y="11231"/>
                  </a:lnTo>
                  <a:cubicBezTo>
                    <a:pt x="457110" y="14787"/>
                    <a:pt x="459839" y="18883"/>
                    <a:pt x="461759" y="23520"/>
                  </a:cubicBezTo>
                  <a:lnTo>
                    <a:pt x="461798" y="23613"/>
                  </a:lnTo>
                  <a:cubicBezTo>
                    <a:pt x="463693" y="28222"/>
                    <a:pt x="464647" y="33017"/>
                    <a:pt x="464660" y="37999"/>
                  </a:cubicBezTo>
                  <a:lnTo>
                    <a:pt x="464660" y="144881"/>
                  </a:lnTo>
                  <a:lnTo>
                    <a:pt x="464176" y="152262"/>
                  </a:lnTo>
                  <a:cubicBezTo>
                    <a:pt x="463452" y="154644"/>
                    <a:pt x="462727" y="157026"/>
                    <a:pt x="461759" y="159360"/>
                  </a:cubicBezTo>
                  <a:lnTo>
                    <a:pt x="461721" y="159454"/>
                  </a:lnTo>
                  <a:cubicBezTo>
                    <a:pt x="459789" y="164083"/>
                    <a:pt x="457050" y="168172"/>
                    <a:pt x="453500" y="171721"/>
                  </a:cubicBezTo>
                  <a:lnTo>
                    <a:pt x="453429" y="171792"/>
                  </a:lnTo>
                  <a:cubicBezTo>
                    <a:pt x="449873" y="175330"/>
                    <a:pt x="445777" y="178059"/>
                    <a:pt x="441140" y="179980"/>
                  </a:cubicBezTo>
                  <a:lnTo>
                    <a:pt x="441047" y="180018"/>
                  </a:lnTo>
                  <a:cubicBezTo>
                    <a:pt x="436439" y="181914"/>
                    <a:pt x="431643" y="182867"/>
                    <a:pt x="426661" y="182880"/>
                  </a:cubicBezTo>
                  <a:lnTo>
                    <a:pt x="37999" y="182880"/>
                  </a:lnTo>
                  <a:lnTo>
                    <a:pt x="30618" y="182397"/>
                  </a:lnTo>
                  <a:cubicBezTo>
                    <a:pt x="28235" y="181672"/>
                    <a:pt x="25853" y="180947"/>
                    <a:pt x="23520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60" y="171721"/>
                  </a:cubicBezTo>
                  <a:lnTo>
                    <a:pt x="11088" y="171650"/>
                  </a:lnTo>
                  <a:cubicBezTo>
                    <a:pt x="7550" y="168093"/>
                    <a:pt x="4821" y="163997"/>
                    <a:pt x="2901" y="159360"/>
                  </a:cubicBezTo>
                  <a:lnTo>
                    <a:pt x="2862" y="159267"/>
                  </a:lnTo>
                  <a:cubicBezTo>
                    <a:pt x="967" y="154659"/>
                    <a:pt x="13" y="149864"/>
                    <a:pt x="0" y="144881"/>
                  </a:cubicBezTo>
                  <a:lnTo>
                    <a:pt x="0" y="37999"/>
                  </a:lnTo>
                  <a:lnTo>
                    <a:pt x="484" y="30618"/>
                  </a:lnTo>
                  <a:cubicBezTo>
                    <a:pt x="1208" y="28236"/>
                    <a:pt x="1933" y="25854"/>
                    <a:pt x="2901" y="23520"/>
                  </a:cubicBezTo>
                  <a:lnTo>
                    <a:pt x="2939" y="23426"/>
                  </a:lnTo>
                  <a:cubicBezTo>
                    <a:pt x="4871" y="18797"/>
                    <a:pt x="7610" y="14708"/>
                    <a:pt x="11160" y="11159"/>
                  </a:cubicBezTo>
                  <a:lnTo>
                    <a:pt x="11231" y="11088"/>
                  </a:lnTo>
                  <a:cubicBezTo>
                    <a:pt x="14787" y="7550"/>
                    <a:pt x="18883" y="4821"/>
                    <a:pt x="23520" y="2900"/>
                  </a:cubicBezTo>
                  <a:lnTo>
                    <a:pt x="23613" y="2862"/>
                  </a:lnTo>
                  <a:cubicBezTo>
                    <a:pt x="28221" y="967"/>
                    <a:pt x="33017" y="13"/>
                    <a:pt x="37999" y="0"/>
                  </a:cubicBezTo>
                  <a:lnTo>
                    <a:pt x="426661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</p:grpSp>
      <p:sp>
        <p:nvSpPr>
          <p:cNvPr id="148" name="TextBox148"/>
          <p:cNvSpPr txBox="1"/>
          <p:nvPr/>
        </p:nvSpPr>
        <p:spPr>
          <a:xfrm>
            <a:off x="7080076" y="1884086"/>
            <a:ext cx="791794" cy="1503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423"/>
              </a:lnSpc>
            </a:pP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14.0M</a:t>
            </a:r>
            <a:r>
              <a:rPr baseline="0" lang="en-US" altLang="zh-CN" sz="9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-7407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13.8M</a:t>
            </a:r>
          </a:p>
        </p:txBody>
      </p:sp>
      <p:sp>
        <p:nvSpPr>
          <p:cNvPr id="149" name="TextBox149"/>
          <p:cNvSpPr txBox="1"/>
          <p:nvPr/>
        </p:nvSpPr>
        <p:spPr>
          <a:xfrm>
            <a:off x="8039618" y="1862588"/>
            <a:ext cx="312039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14.2M</a:t>
            </a:r>
          </a:p>
        </p:txBody>
      </p:sp>
      <p:sp>
        <p:nvSpPr>
          <p:cNvPr id="150" name="TextBox150"/>
          <p:cNvSpPr txBox="1"/>
          <p:nvPr/>
        </p:nvSpPr>
        <p:spPr>
          <a:xfrm>
            <a:off x="8519402" y="1945829"/>
            <a:ext cx="312039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13.3M</a:t>
            </a:r>
          </a:p>
        </p:txBody>
      </p:sp>
      <p:sp>
        <p:nvSpPr>
          <p:cNvPr id="151" name="TextBox151"/>
          <p:cNvSpPr txBox="1"/>
          <p:nvPr/>
        </p:nvSpPr>
        <p:spPr>
          <a:xfrm rot="16200000">
            <a:off x="6056859" y="2563480"/>
            <a:ext cx="720320" cy="137085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6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4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4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</a:t>
            </a:r>
            <a:r>
              <a:rPr lang="en-US" altLang="zh-CN" sz="900" kern="0" spc="-5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enue</a:t>
            </a:r>
          </a:p>
        </p:txBody>
      </p:sp>
      <p:sp>
        <p:nvSpPr>
          <p:cNvPr id="152" name="TextBox152"/>
          <p:cNvSpPr txBox="1"/>
          <p:nvPr/>
        </p:nvSpPr>
        <p:spPr>
          <a:xfrm>
            <a:off x="6539176" y="2399695"/>
            <a:ext cx="225751" cy="1059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10M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3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1616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5M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3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1616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0M</a:t>
            </a:r>
          </a:p>
        </p:txBody>
      </p:sp>
      <p:grpSp>
        <p:nvGrpSpPr>
          <p:cNvPr id="153" name="Combination 153"/>
          <p:cNvGrpSpPr/>
          <p:nvPr/>
        </p:nvGrpSpPr>
        <p:grpSpPr>
          <a:xfrm>
            <a:off x="6860347" y="2465378"/>
            <a:ext cx="142875" cy="19050"/>
            <a:chOff x="6860347" y="2465378"/>
            <a:chExt cx="142875" cy="19050"/>
          </a:xfrm>
        </p:grpSpPr>
        <p:sp>
          <p:nvSpPr>
            <p:cNvPr id="154" name="VectorPath 154"/>
            <p:cNvSpPr/>
            <p:nvPr/>
          </p:nvSpPr>
          <p:spPr>
            <a:xfrm>
              <a:off x="68603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55" name="VectorPath 155"/>
            <p:cNvSpPr/>
            <p:nvPr/>
          </p:nvSpPr>
          <p:spPr>
            <a:xfrm>
              <a:off x="695559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56" name="Combination 156"/>
          <p:cNvGrpSpPr/>
          <p:nvPr/>
        </p:nvGrpSpPr>
        <p:grpSpPr>
          <a:xfrm>
            <a:off x="6860347" y="2926586"/>
            <a:ext cx="142875" cy="19050"/>
            <a:chOff x="6860347" y="2926586"/>
            <a:chExt cx="142875" cy="19050"/>
          </a:xfrm>
        </p:grpSpPr>
        <p:sp>
          <p:nvSpPr>
            <p:cNvPr id="157" name="VectorPath 157"/>
            <p:cNvSpPr/>
            <p:nvPr/>
          </p:nvSpPr>
          <p:spPr>
            <a:xfrm>
              <a:off x="68603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58" name="VectorPath 158"/>
            <p:cNvSpPr/>
            <p:nvPr/>
          </p:nvSpPr>
          <p:spPr>
            <a:xfrm>
              <a:off x="695559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59" name="Combination 159"/>
          <p:cNvGrpSpPr/>
          <p:nvPr/>
        </p:nvGrpSpPr>
        <p:grpSpPr>
          <a:xfrm>
            <a:off x="6860347" y="3387806"/>
            <a:ext cx="142875" cy="19050"/>
            <a:chOff x="6860347" y="3387806"/>
            <a:chExt cx="142875" cy="19050"/>
          </a:xfrm>
        </p:grpSpPr>
        <p:sp>
          <p:nvSpPr>
            <p:cNvPr id="160" name="VectorPath 160"/>
            <p:cNvSpPr/>
            <p:nvPr/>
          </p:nvSpPr>
          <p:spPr>
            <a:xfrm>
              <a:off x="6860347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61" name="VectorPath 161"/>
            <p:cNvSpPr/>
            <p:nvPr/>
          </p:nvSpPr>
          <p:spPr>
            <a:xfrm>
              <a:off x="6955597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62" name="Combination 162"/>
          <p:cNvGrpSpPr/>
          <p:nvPr/>
        </p:nvGrpSpPr>
        <p:grpSpPr>
          <a:xfrm>
            <a:off x="7050847" y="2465378"/>
            <a:ext cx="142875" cy="19050"/>
            <a:chOff x="7050847" y="2465378"/>
            <a:chExt cx="142875" cy="19050"/>
          </a:xfrm>
        </p:grpSpPr>
        <p:sp>
          <p:nvSpPr>
            <p:cNvPr id="163" name="VectorPath 163"/>
            <p:cNvSpPr/>
            <p:nvPr/>
          </p:nvSpPr>
          <p:spPr>
            <a:xfrm>
              <a:off x="70508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64" name="VectorPath 164"/>
            <p:cNvSpPr/>
            <p:nvPr/>
          </p:nvSpPr>
          <p:spPr>
            <a:xfrm>
              <a:off x="714609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65" name="Combination 165"/>
          <p:cNvGrpSpPr/>
          <p:nvPr/>
        </p:nvGrpSpPr>
        <p:grpSpPr>
          <a:xfrm>
            <a:off x="7241347" y="2465378"/>
            <a:ext cx="142875" cy="19050"/>
            <a:chOff x="7241347" y="2465378"/>
            <a:chExt cx="142875" cy="19050"/>
          </a:xfrm>
        </p:grpSpPr>
        <p:sp>
          <p:nvSpPr>
            <p:cNvPr id="166" name="VectorPath 166"/>
            <p:cNvSpPr/>
            <p:nvPr/>
          </p:nvSpPr>
          <p:spPr>
            <a:xfrm>
              <a:off x="72413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67" name="VectorPath 167"/>
            <p:cNvSpPr/>
            <p:nvPr/>
          </p:nvSpPr>
          <p:spPr>
            <a:xfrm>
              <a:off x="733659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68" name="Combination 168"/>
          <p:cNvGrpSpPr/>
          <p:nvPr/>
        </p:nvGrpSpPr>
        <p:grpSpPr>
          <a:xfrm>
            <a:off x="7431848" y="2465378"/>
            <a:ext cx="142875" cy="19050"/>
            <a:chOff x="7431848" y="2465378"/>
            <a:chExt cx="142875" cy="19050"/>
          </a:xfrm>
        </p:grpSpPr>
        <p:sp>
          <p:nvSpPr>
            <p:cNvPr id="169" name="VectorPath 169"/>
            <p:cNvSpPr/>
            <p:nvPr/>
          </p:nvSpPr>
          <p:spPr>
            <a:xfrm>
              <a:off x="743184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70" name="VectorPath 170"/>
            <p:cNvSpPr/>
            <p:nvPr/>
          </p:nvSpPr>
          <p:spPr>
            <a:xfrm>
              <a:off x="752709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71" name="Combination 171"/>
          <p:cNvGrpSpPr/>
          <p:nvPr/>
        </p:nvGrpSpPr>
        <p:grpSpPr>
          <a:xfrm>
            <a:off x="7622347" y="2465378"/>
            <a:ext cx="142875" cy="19050"/>
            <a:chOff x="7622347" y="2465378"/>
            <a:chExt cx="142875" cy="19050"/>
          </a:xfrm>
        </p:grpSpPr>
        <p:sp>
          <p:nvSpPr>
            <p:cNvPr id="172" name="VectorPath 172"/>
            <p:cNvSpPr/>
            <p:nvPr/>
          </p:nvSpPr>
          <p:spPr>
            <a:xfrm>
              <a:off x="76223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73" name="VectorPath 173"/>
            <p:cNvSpPr/>
            <p:nvPr/>
          </p:nvSpPr>
          <p:spPr>
            <a:xfrm>
              <a:off x="771759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74" name="Combination 174"/>
          <p:cNvGrpSpPr/>
          <p:nvPr/>
        </p:nvGrpSpPr>
        <p:grpSpPr>
          <a:xfrm>
            <a:off x="7050847" y="2926586"/>
            <a:ext cx="142875" cy="19050"/>
            <a:chOff x="7050847" y="2926586"/>
            <a:chExt cx="142875" cy="19050"/>
          </a:xfrm>
        </p:grpSpPr>
        <p:sp>
          <p:nvSpPr>
            <p:cNvPr id="175" name="VectorPath 175"/>
            <p:cNvSpPr/>
            <p:nvPr/>
          </p:nvSpPr>
          <p:spPr>
            <a:xfrm>
              <a:off x="70508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76" name="VectorPath 176"/>
            <p:cNvSpPr/>
            <p:nvPr/>
          </p:nvSpPr>
          <p:spPr>
            <a:xfrm>
              <a:off x="714609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77" name="Combination 177"/>
          <p:cNvGrpSpPr/>
          <p:nvPr/>
        </p:nvGrpSpPr>
        <p:grpSpPr>
          <a:xfrm>
            <a:off x="7241347" y="2926586"/>
            <a:ext cx="142875" cy="19050"/>
            <a:chOff x="7241347" y="2926586"/>
            <a:chExt cx="142875" cy="19050"/>
          </a:xfrm>
        </p:grpSpPr>
        <p:sp>
          <p:nvSpPr>
            <p:cNvPr id="178" name="VectorPath 178"/>
            <p:cNvSpPr/>
            <p:nvPr/>
          </p:nvSpPr>
          <p:spPr>
            <a:xfrm>
              <a:off x="72413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79" name="VectorPath 179"/>
            <p:cNvSpPr/>
            <p:nvPr/>
          </p:nvSpPr>
          <p:spPr>
            <a:xfrm>
              <a:off x="733659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80" name="Combination 180"/>
          <p:cNvGrpSpPr/>
          <p:nvPr/>
        </p:nvGrpSpPr>
        <p:grpSpPr>
          <a:xfrm>
            <a:off x="7431848" y="2926586"/>
            <a:ext cx="142875" cy="19050"/>
            <a:chOff x="7431848" y="2926586"/>
            <a:chExt cx="142875" cy="19050"/>
          </a:xfrm>
        </p:grpSpPr>
        <p:sp>
          <p:nvSpPr>
            <p:cNvPr id="181" name="VectorPath 181"/>
            <p:cNvSpPr/>
            <p:nvPr/>
          </p:nvSpPr>
          <p:spPr>
            <a:xfrm>
              <a:off x="743184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82" name="VectorPath 182"/>
            <p:cNvSpPr/>
            <p:nvPr/>
          </p:nvSpPr>
          <p:spPr>
            <a:xfrm>
              <a:off x="752709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83" name="Combination 183"/>
          <p:cNvGrpSpPr/>
          <p:nvPr/>
        </p:nvGrpSpPr>
        <p:grpSpPr>
          <a:xfrm>
            <a:off x="7622347" y="2926586"/>
            <a:ext cx="142875" cy="19050"/>
            <a:chOff x="7622347" y="2926586"/>
            <a:chExt cx="142875" cy="19050"/>
          </a:xfrm>
        </p:grpSpPr>
        <p:sp>
          <p:nvSpPr>
            <p:cNvPr id="184" name="VectorPath 184"/>
            <p:cNvSpPr/>
            <p:nvPr/>
          </p:nvSpPr>
          <p:spPr>
            <a:xfrm>
              <a:off x="76223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85" name="VectorPath 185"/>
            <p:cNvSpPr/>
            <p:nvPr/>
          </p:nvSpPr>
          <p:spPr>
            <a:xfrm>
              <a:off x="771759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pic>
        <p:nvPicPr>
          <p:cNvPr id="186" name="4AAC4E40-2B8F-41E1-3876-54ACB2AC5830"/>
          <p:cNvPicPr>
            <a:picLocks noChangeAspect="1"/>
          </p:cNvPicPr>
          <p:nvPr/>
        </p:nvPicPr>
        <p:blipFill>
          <a:blip r:embed="rId29" cstate="print">
            <a:extLst>
              <a:ext uri="{21FFC249-18B6-4468-D46A-18B9F42F6181}"/>
            </a:extLst>
          </a:blip>
          <a:srcRect/>
          <a:stretch>
            <a:fillRect/>
          </a:stretch>
        </p:blipFill>
        <p:spPr>
          <a:xfrm>
            <a:off x="7050847" y="3387806"/>
            <a:ext cx="57150" cy="28575"/>
          </a:xfrm>
          <a:prstGeom prst="rect">
            <a:avLst/>
          </a:prstGeom>
        </p:spPr>
      </p:pic>
      <p:pic>
        <p:nvPicPr>
          <p:cNvPr id="187" name="2D19BE61-A26E-4552-7709-A7793B9ADECE"/>
          <p:cNvPicPr>
            <a:picLocks noChangeAspect="1"/>
          </p:cNvPicPr>
          <p:nvPr/>
        </p:nvPicPr>
        <p:blipFill>
          <a:blip r:embed="rId30" cstate="print">
            <a:extLst>
              <a:ext uri="{DBA1A7DF-E104-46E9-ACC7-487C02C55309}"/>
            </a:extLst>
          </a:blip>
          <a:srcRect/>
          <a:stretch>
            <a:fillRect/>
          </a:stretch>
        </p:blipFill>
        <p:spPr>
          <a:xfrm>
            <a:off x="7146097" y="3387806"/>
            <a:ext cx="247650" cy="219075"/>
          </a:xfrm>
          <a:prstGeom prst="rect">
            <a:avLst/>
          </a:prstGeom>
        </p:spPr>
      </p:pic>
      <p:pic>
        <p:nvPicPr>
          <p:cNvPr id="188" name="C2078BD7-FE4D-421C-9953-6AF8A76C3CA4"/>
          <p:cNvPicPr>
            <a:picLocks noChangeAspect="1"/>
          </p:cNvPicPr>
          <p:nvPr/>
        </p:nvPicPr>
        <p:blipFill>
          <a:blip r:embed="rId31" cstate="print">
            <a:extLst>
              <a:ext uri="{FF044E35-D47A-4B68-E152-FFA9365070CD}"/>
            </a:extLst>
          </a:blip>
          <a:srcRect/>
          <a:stretch>
            <a:fillRect/>
          </a:stretch>
        </p:blipFill>
        <p:spPr>
          <a:xfrm>
            <a:off x="7431848" y="3387806"/>
            <a:ext cx="57150" cy="28575"/>
          </a:xfrm>
          <a:prstGeom prst="rect">
            <a:avLst/>
          </a:prstGeom>
        </p:spPr>
      </p:pic>
      <p:pic>
        <p:nvPicPr>
          <p:cNvPr id="189" name="EFE1A72C-5039-4F32-0FD6-1162C93C5E3D"/>
          <p:cNvPicPr>
            <a:picLocks noChangeAspect="1"/>
          </p:cNvPicPr>
          <p:nvPr/>
        </p:nvPicPr>
        <p:blipFill>
          <a:blip r:embed="rId32" cstate="print">
            <a:extLst>
              <a:ext uri="{7A319E7E-31D0-4D4D-AA3C-FBBEA618F2AF}"/>
            </a:extLst>
          </a:blip>
          <a:srcRect/>
          <a:stretch>
            <a:fillRect/>
          </a:stretch>
        </p:blipFill>
        <p:spPr>
          <a:xfrm>
            <a:off x="7527097" y="3387806"/>
            <a:ext cx="57150" cy="28575"/>
          </a:xfrm>
          <a:prstGeom prst="rect">
            <a:avLst/>
          </a:prstGeom>
        </p:spPr>
      </p:pic>
      <p:pic>
        <p:nvPicPr>
          <p:cNvPr id="190" name="8206F7F8-3FB2-4E76-582F-50FFEB2E2947"/>
          <p:cNvPicPr>
            <a:picLocks noChangeAspect="1"/>
          </p:cNvPicPr>
          <p:nvPr/>
        </p:nvPicPr>
        <p:blipFill>
          <a:blip r:embed="rId33" cstate="print">
            <a:extLst>
              <a:ext uri="{6214BC24-626D-40CE-A812-E3C45F9E4A4E}"/>
            </a:extLst>
          </a:blip>
          <a:srcRect/>
          <a:stretch>
            <a:fillRect/>
          </a:stretch>
        </p:blipFill>
        <p:spPr>
          <a:xfrm>
            <a:off x="7622347" y="3387806"/>
            <a:ext cx="57150" cy="28575"/>
          </a:xfrm>
          <a:prstGeom prst="rect">
            <a:avLst/>
          </a:prstGeom>
        </p:spPr>
      </p:pic>
      <p:sp>
        <p:nvSpPr>
          <p:cNvPr id="191" name="TextBox191"/>
          <p:cNvSpPr txBox="1"/>
          <p:nvPr/>
        </p:nvSpPr>
        <p:spPr>
          <a:xfrm>
            <a:off x="7050847" y="3387806"/>
            <a:ext cx="746978" cy="204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3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92" name="48CA953F-4E27-4B16-715D-0B40A28DC54C"/>
          <p:cNvPicPr>
            <a:picLocks noChangeAspect="1"/>
          </p:cNvPicPr>
          <p:nvPr/>
        </p:nvPicPr>
        <p:blipFill>
          <a:blip r:embed="rId34" cstate="print">
            <a:extLst>
              <a:ext uri="{EB310BAB-9F3A-486D-D925-2DBBAB2E61B2}"/>
            </a:extLst>
          </a:blip>
          <a:srcRect/>
          <a:stretch>
            <a:fillRect/>
          </a:stretch>
        </p:blipFill>
        <p:spPr>
          <a:xfrm>
            <a:off x="7650150" y="3387806"/>
            <a:ext cx="152400" cy="219075"/>
          </a:xfrm>
          <a:prstGeom prst="rect">
            <a:avLst/>
          </a:prstGeom>
        </p:spPr>
      </p:pic>
      <p:grpSp>
        <p:nvGrpSpPr>
          <p:cNvPr id="193" name="Combination 193"/>
          <p:cNvGrpSpPr/>
          <p:nvPr/>
        </p:nvGrpSpPr>
        <p:grpSpPr>
          <a:xfrm>
            <a:off x="7812847" y="2465378"/>
            <a:ext cx="142875" cy="19050"/>
            <a:chOff x="7812847" y="2465378"/>
            <a:chExt cx="142875" cy="19050"/>
          </a:xfrm>
        </p:grpSpPr>
        <p:sp>
          <p:nvSpPr>
            <p:cNvPr id="194" name="VectorPath 194"/>
            <p:cNvSpPr/>
            <p:nvPr/>
          </p:nvSpPr>
          <p:spPr>
            <a:xfrm>
              <a:off x="78128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95" name="VectorPath 195"/>
            <p:cNvSpPr/>
            <p:nvPr/>
          </p:nvSpPr>
          <p:spPr>
            <a:xfrm>
              <a:off x="790809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96" name="Combination 196"/>
          <p:cNvGrpSpPr/>
          <p:nvPr/>
        </p:nvGrpSpPr>
        <p:grpSpPr>
          <a:xfrm>
            <a:off x="7812847" y="2926586"/>
            <a:ext cx="142875" cy="19050"/>
            <a:chOff x="7812847" y="2926586"/>
            <a:chExt cx="142875" cy="19050"/>
          </a:xfrm>
        </p:grpSpPr>
        <p:sp>
          <p:nvSpPr>
            <p:cNvPr id="197" name="VectorPath 197"/>
            <p:cNvSpPr/>
            <p:nvPr/>
          </p:nvSpPr>
          <p:spPr>
            <a:xfrm>
              <a:off x="78128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198" name="VectorPath 198"/>
            <p:cNvSpPr/>
            <p:nvPr/>
          </p:nvSpPr>
          <p:spPr>
            <a:xfrm>
              <a:off x="790809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199" name="Combination 199"/>
          <p:cNvGrpSpPr/>
          <p:nvPr/>
        </p:nvGrpSpPr>
        <p:grpSpPr>
          <a:xfrm>
            <a:off x="7812847" y="3387806"/>
            <a:ext cx="142875" cy="19050"/>
            <a:chOff x="7812847" y="3387806"/>
            <a:chExt cx="142875" cy="19050"/>
          </a:xfrm>
        </p:grpSpPr>
        <p:sp>
          <p:nvSpPr>
            <p:cNvPr id="200" name="VectorPath 200"/>
            <p:cNvSpPr/>
            <p:nvPr/>
          </p:nvSpPr>
          <p:spPr>
            <a:xfrm>
              <a:off x="7812847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01" name="VectorPath 201"/>
            <p:cNvSpPr/>
            <p:nvPr/>
          </p:nvSpPr>
          <p:spPr>
            <a:xfrm>
              <a:off x="7908097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02" name="Combination 202"/>
          <p:cNvGrpSpPr/>
          <p:nvPr/>
        </p:nvGrpSpPr>
        <p:grpSpPr>
          <a:xfrm>
            <a:off x="8003348" y="2465378"/>
            <a:ext cx="142875" cy="19050"/>
            <a:chOff x="8003348" y="2465378"/>
            <a:chExt cx="142875" cy="19050"/>
          </a:xfrm>
        </p:grpSpPr>
        <p:sp>
          <p:nvSpPr>
            <p:cNvPr id="203" name="VectorPath 203"/>
            <p:cNvSpPr/>
            <p:nvPr/>
          </p:nvSpPr>
          <p:spPr>
            <a:xfrm>
              <a:off x="800334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04" name="VectorPath 204"/>
            <p:cNvSpPr/>
            <p:nvPr/>
          </p:nvSpPr>
          <p:spPr>
            <a:xfrm>
              <a:off x="809859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05" name="Combination 205"/>
          <p:cNvGrpSpPr/>
          <p:nvPr/>
        </p:nvGrpSpPr>
        <p:grpSpPr>
          <a:xfrm>
            <a:off x="8193847" y="2465378"/>
            <a:ext cx="142875" cy="19050"/>
            <a:chOff x="8193847" y="2465378"/>
            <a:chExt cx="142875" cy="19050"/>
          </a:xfrm>
        </p:grpSpPr>
        <p:sp>
          <p:nvSpPr>
            <p:cNvPr id="206" name="VectorPath 206"/>
            <p:cNvSpPr/>
            <p:nvPr/>
          </p:nvSpPr>
          <p:spPr>
            <a:xfrm>
              <a:off x="81938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07" name="VectorPath 207"/>
            <p:cNvSpPr/>
            <p:nvPr/>
          </p:nvSpPr>
          <p:spPr>
            <a:xfrm>
              <a:off x="828909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08" name="Combination 208"/>
          <p:cNvGrpSpPr/>
          <p:nvPr/>
        </p:nvGrpSpPr>
        <p:grpSpPr>
          <a:xfrm>
            <a:off x="8003348" y="2926586"/>
            <a:ext cx="142875" cy="19050"/>
            <a:chOff x="8003348" y="2926586"/>
            <a:chExt cx="142875" cy="19050"/>
          </a:xfrm>
        </p:grpSpPr>
        <p:sp>
          <p:nvSpPr>
            <p:cNvPr id="209" name="VectorPath 209"/>
            <p:cNvSpPr/>
            <p:nvPr/>
          </p:nvSpPr>
          <p:spPr>
            <a:xfrm>
              <a:off x="800334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10" name="VectorPath 210"/>
            <p:cNvSpPr/>
            <p:nvPr/>
          </p:nvSpPr>
          <p:spPr>
            <a:xfrm>
              <a:off x="809859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11" name="Combination 211"/>
          <p:cNvGrpSpPr/>
          <p:nvPr/>
        </p:nvGrpSpPr>
        <p:grpSpPr>
          <a:xfrm>
            <a:off x="8193847" y="2926586"/>
            <a:ext cx="142875" cy="19050"/>
            <a:chOff x="8193847" y="2926586"/>
            <a:chExt cx="142875" cy="19050"/>
          </a:xfrm>
        </p:grpSpPr>
        <p:sp>
          <p:nvSpPr>
            <p:cNvPr id="212" name="VectorPath 212"/>
            <p:cNvSpPr/>
            <p:nvPr/>
          </p:nvSpPr>
          <p:spPr>
            <a:xfrm>
              <a:off x="81938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13" name="VectorPath 213"/>
            <p:cNvSpPr/>
            <p:nvPr/>
          </p:nvSpPr>
          <p:spPr>
            <a:xfrm>
              <a:off x="828909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pic>
        <p:nvPicPr>
          <p:cNvPr id="214" name="BA74D87B-1146-4CF5-EF18-A2949AE7D1AF"/>
          <p:cNvPicPr>
            <a:picLocks noChangeAspect="1"/>
          </p:cNvPicPr>
          <p:nvPr/>
        </p:nvPicPr>
        <p:blipFill>
          <a:blip r:embed="rId35" cstate="print">
            <a:extLst>
              <a:ext uri="{F20F2768-06D2-4252-AA63-E8B51F138F95}"/>
            </a:extLst>
          </a:blip>
          <a:srcRect/>
          <a:stretch>
            <a:fillRect/>
          </a:stretch>
        </p:blipFill>
        <p:spPr>
          <a:xfrm>
            <a:off x="8003348" y="3387806"/>
            <a:ext cx="57150" cy="28575"/>
          </a:xfrm>
          <a:prstGeom prst="rect">
            <a:avLst/>
          </a:prstGeom>
        </p:spPr>
      </p:pic>
      <p:pic>
        <p:nvPicPr>
          <p:cNvPr id="215" name="D688BD67-5A3F-46ED-AF99-C3171C6E57DA"/>
          <p:cNvPicPr>
            <a:picLocks noChangeAspect="1"/>
          </p:cNvPicPr>
          <p:nvPr/>
        </p:nvPicPr>
        <p:blipFill>
          <a:blip r:embed="rId36" cstate="print">
            <a:extLst>
              <a:ext uri="{EEE0F86F-ACF6-40CB-CF0C-7D5C8BB38A53}"/>
            </a:extLst>
          </a:blip>
          <a:srcRect/>
          <a:stretch>
            <a:fillRect/>
          </a:stretch>
        </p:blipFill>
        <p:spPr>
          <a:xfrm>
            <a:off x="8098597" y="3387806"/>
            <a:ext cx="190500" cy="219075"/>
          </a:xfrm>
          <a:prstGeom prst="rect">
            <a:avLst/>
          </a:prstGeom>
        </p:spPr>
      </p:pic>
      <p:sp>
        <p:nvSpPr>
          <p:cNvPr id="216" name="TextBox216"/>
          <p:cNvSpPr txBox="1"/>
          <p:nvPr/>
        </p:nvSpPr>
        <p:spPr>
          <a:xfrm>
            <a:off x="8003348" y="3387806"/>
            <a:ext cx="333375" cy="204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3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17" name="4A9E41D0-A638-4CC6-A06E-3E303D572A3C"/>
          <p:cNvPicPr>
            <a:picLocks noChangeAspect="1"/>
          </p:cNvPicPr>
          <p:nvPr/>
        </p:nvPicPr>
        <p:blipFill>
          <a:blip r:embed="rId37" cstate="print">
            <a:extLst>
              <a:ext uri="{D5DA7D0E-A1FF-4DC2-10E3-83087BBDFC94}"/>
            </a:extLst>
          </a:blip>
          <a:srcRect/>
          <a:stretch>
            <a:fillRect/>
          </a:stretch>
        </p:blipFill>
        <p:spPr>
          <a:xfrm>
            <a:off x="8289098" y="3387806"/>
            <a:ext cx="57150" cy="28575"/>
          </a:xfrm>
          <a:prstGeom prst="rect">
            <a:avLst/>
          </a:prstGeom>
        </p:spPr>
      </p:pic>
      <p:grpSp>
        <p:nvGrpSpPr>
          <p:cNvPr id="218" name="Combination 218"/>
          <p:cNvGrpSpPr/>
          <p:nvPr/>
        </p:nvGrpSpPr>
        <p:grpSpPr>
          <a:xfrm>
            <a:off x="8384347" y="2465378"/>
            <a:ext cx="142875" cy="19050"/>
            <a:chOff x="8384347" y="2465378"/>
            <a:chExt cx="142875" cy="19050"/>
          </a:xfrm>
        </p:grpSpPr>
        <p:sp>
          <p:nvSpPr>
            <p:cNvPr id="219" name="VectorPath 219"/>
            <p:cNvSpPr/>
            <p:nvPr/>
          </p:nvSpPr>
          <p:spPr>
            <a:xfrm>
              <a:off x="8384347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20" name="VectorPath 220"/>
            <p:cNvSpPr/>
            <p:nvPr/>
          </p:nvSpPr>
          <p:spPr>
            <a:xfrm>
              <a:off x="847959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21" name="Combination 221"/>
          <p:cNvGrpSpPr/>
          <p:nvPr/>
        </p:nvGrpSpPr>
        <p:grpSpPr>
          <a:xfrm>
            <a:off x="8384347" y="2926586"/>
            <a:ext cx="142875" cy="19050"/>
            <a:chOff x="8384347" y="2926586"/>
            <a:chExt cx="142875" cy="19050"/>
          </a:xfrm>
        </p:grpSpPr>
        <p:sp>
          <p:nvSpPr>
            <p:cNvPr id="222" name="VectorPath 222"/>
            <p:cNvSpPr/>
            <p:nvPr/>
          </p:nvSpPr>
          <p:spPr>
            <a:xfrm>
              <a:off x="8384347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23" name="VectorPath 223"/>
            <p:cNvSpPr/>
            <p:nvPr/>
          </p:nvSpPr>
          <p:spPr>
            <a:xfrm>
              <a:off x="847959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24" name="Combination 224"/>
          <p:cNvGrpSpPr/>
          <p:nvPr/>
        </p:nvGrpSpPr>
        <p:grpSpPr>
          <a:xfrm>
            <a:off x="8384347" y="3387806"/>
            <a:ext cx="142875" cy="19050"/>
            <a:chOff x="8384347" y="3387806"/>
            <a:chExt cx="142875" cy="19050"/>
          </a:xfrm>
        </p:grpSpPr>
        <p:sp>
          <p:nvSpPr>
            <p:cNvPr id="225" name="VectorPath 225"/>
            <p:cNvSpPr/>
            <p:nvPr/>
          </p:nvSpPr>
          <p:spPr>
            <a:xfrm>
              <a:off x="8384347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26" name="VectorPath 226"/>
            <p:cNvSpPr/>
            <p:nvPr/>
          </p:nvSpPr>
          <p:spPr>
            <a:xfrm>
              <a:off x="8479598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27" name="Combination 227"/>
          <p:cNvGrpSpPr/>
          <p:nvPr/>
        </p:nvGrpSpPr>
        <p:grpSpPr>
          <a:xfrm>
            <a:off x="8574848" y="2465378"/>
            <a:ext cx="142875" cy="19050"/>
            <a:chOff x="8574848" y="2465378"/>
            <a:chExt cx="142875" cy="19050"/>
          </a:xfrm>
        </p:grpSpPr>
        <p:sp>
          <p:nvSpPr>
            <p:cNvPr id="228" name="VectorPath 228"/>
            <p:cNvSpPr/>
            <p:nvPr/>
          </p:nvSpPr>
          <p:spPr>
            <a:xfrm>
              <a:off x="857484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29" name="VectorPath 229"/>
            <p:cNvSpPr/>
            <p:nvPr/>
          </p:nvSpPr>
          <p:spPr>
            <a:xfrm>
              <a:off x="867009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30" name="Combination 230"/>
          <p:cNvGrpSpPr/>
          <p:nvPr/>
        </p:nvGrpSpPr>
        <p:grpSpPr>
          <a:xfrm>
            <a:off x="8574848" y="2926586"/>
            <a:ext cx="142875" cy="19050"/>
            <a:chOff x="8574848" y="2926586"/>
            <a:chExt cx="142875" cy="19050"/>
          </a:xfrm>
        </p:grpSpPr>
        <p:sp>
          <p:nvSpPr>
            <p:cNvPr id="231" name="VectorPath 231"/>
            <p:cNvSpPr/>
            <p:nvPr/>
          </p:nvSpPr>
          <p:spPr>
            <a:xfrm>
              <a:off x="857484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32" name="VectorPath 232"/>
            <p:cNvSpPr/>
            <p:nvPr/>
          </p:nvSpPr>
          <p:spPr>
            <a:xfrm>
              <a:off x="867009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pic>
        <p:nvPicPr>
          <p:cNvPr id="233" name="35BE2FDF-2891-424F-A326-8EEDBFEA740D"/>
          <p:cNvPicPr>
            <a:picLocks noChangeAspect="1"/>
          </p:cNvPicPr>
          <p:nvPr/>
        </p:nvPicPr>
        <p:blipFill>
          <a:blip r:embed="rId38" cstate="print">
            <a:extLst>
              <a:ext uri="{36D0A96D-636F-4D4D-E645-02285273B9F2}"/>
            </a:extLst>
          </a:blip>
          <a:srcRect/>
          <a:stretch>
            <a:fillRect/>
          </a:stretch>
        </p:blipFill>
        <p:spPr>
          <a:xfrm>
            <a:off x="8574848" y="3387806"/>
            <a:ext cx="57150" cy="28575"/>
          </a:xfrm>
          <a:prstGeom prst="rect">
            <a:avLst/>
          </a:prstGeom>
        </p:spPr>
      </p:pic>
      <p:sp>
        <p:nvSpPr>
          <p:cNvPr id="234" name="TextBox234"/>
          <p:cNvSpPr txBox="1"/>
          <p:nvPr/>
        </p:nvSpPr>
        <p:spPr>
          <a:xfrm>
            <a:off x="8574848" y="3387806"/>
            <a:ext cx="182549" cy="204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3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35" name="A87ED569-62C9-416D-E434-E7FE200BB664"/>
          <p:cNvPicPr>
            <a:picLocks noChangeAspect="1"/>
          </p:cNvPicPr>
          <p:nvPr/>
        </p:nvPicPr>
        <p:blipFill>
          <a:blip r:embed="rId39" cstate="print">
            <a:extLst>
              <a:ext uri="{7F46AED9-18E3-4FC9-4751-A95FE1EEA022}"/>
            </a:extLst>
          </a:blip>
          <a:srcRect/>
          <a:stretch>
            <a:fillRect/>
          </a:stretch>
        </p:blipFill>
        <p:spPr>
          <a:xfrm>
            <a:off x="8609720" y="3387806"/>
            <a:ext cx="161925" cy="219075"/>
          </a:xfrm>
          <a:prstGeom prst="rect">
            <a:avLst/>
          </a:prstGeom>
        </p:spPr>
      </p:pic>
      <p:grpSp>
        <p:nvGrpSpPr>
          <p:cNvPr id="236" name="Combination 236"/>
          <p:cNvGrpSpPr/>
          <p:nvPr/>
        </p:nvGrpSpPr>
        <p:grpSpPr>
          <a:xfrm>
            <a:off x="8765348" y="2465378"/>
            <a:ext cx="142875" cy="19050"/>
            <a:chOff x="8765348" y="2465378"/>
            <a:chExt cx="142875" cy="19050"/>
          </a:xfrm>
        </p:grpSpPr>
        <p:sp>
          <p:nvSpPr>
            <p:cNvPr id="237" name="VectorPath 237"/>
            <p:cNvSpPr/>
            <p:nvPr/>
          </p:nvSpPr>
          <p:spPr>
            <a:xfrm>
              <a:off x="876534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38" name="VectorPath 238"/>
            <p:cNvSpPr/>
            <p:nvPr/>
          </p:nvSpPr>
          <p:spPr>
            <a:xfrm>
              <a:off x="886059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39" name="Combination 239"/>
          <p:cNvGrpSpPr/>
          <p:nvPr/>
        </p:nvGrpSpPr>
        <p:grpSpPr>
          <a:xfrm>
            <a:off x="8765348" y="2926586"/>
            <a:ext cx="142875" cy="19050"/>
            <a:chOff x="8765348" y="2926586"/>
            <a:chExt cx="142875" cy="19050"/>
          </a:xfrm>
        </p:grpSpPr>
        <p:sp>
          <p:nvSpPr>
            <p:cNvPr id="240" name="VectorPath 240"/>
            <p:cNvSpPr/>
            <p:nvPr/>
          </p:nvSpPr>
          <p:spPr>
            <a:xfrm>
              <a:off x="876534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41" name="VectorPath 241"/>
            <p:cNvSpPr/>
            <p:nvPr/>
          </p:nvSpPr>
          <p:spPr>
            <a:xfrm>
              <a:off x="886059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42" name="Combination 242"/>
          <p:cNvGrpSpPr/>
          <p:nvPr/>
        </p:nvGrpSpPr>
        <p:grpSpPr>
          <a:xfrm>
            <a:off x="6999212" y="2079455"/>
            <a:ext cx="1929298" cy="1327402"/>
            <a:chOff x="6999212" y="2079455"/>
            <a:chExt cx="1929298" cy="1327402"/>
          </a:xfrm>
        </p:grpSpPr>
        <p:sp>
          <p:nvSpPr>
            <p:cNvPr id="243" name="VectorPath 243"/>
            <p:cNvSpPr/>
            <p:nvPr/>
          </p:nvSpPr>
          <p:spPr>
            <a:xfrm>
              <a:off x="8765348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44" name="VectorPath 244"/>
            <p:cNvSpPr/>
            <p:nvPr/>
          </p:nvSpPr>
          <p:spPr>
            <a:xfrm>
              <a:off x="8860598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45" name="VectorPath 245"/>
            <p:cNvSpPr/>
            <p:nvPr/>
          </p:nvSpPr>
          <p:spPr>
            <a:xfrm>
              <a:off x="7052261" y="2104463"/>
              <a:ext cx="367833" cy="1288095"/>
            </a:xfrm>
            <a:custGeom>
              <a:rect l="l" t="t" r="r" b="b"/>
              <a:pathLst>
                <a:path w="367833" h="1288095">
                  <a:moveTo>
                    <a:pt x="0" y="0"/>
                  </a:moveTo>
                  <a:lnTo>
                    <a:pt x="367833" y="0"/>
                  </a:lnTo>
                  <a:lnTo>
                    <a:pt x="367833" y="1288095"/>
                  </a:lnTo>
                  <a:lnTo>
                    <a:pt x="0" y="1288095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246" name="VectorPath 246"/>
            <p:cNvSpPr/>
            <p:nvPr/>
          </p:nvSpPr>
          <p:spPr>
            <a:xfrm>
              <a:off x="7532043" y="2117727"/>
              <a:ext cx="367834" cy="1274836"/>
            </a:xfrm>
            <a:custGeom>
              <a:rect l="l" t="t" r="r" b="b"/>
              <a:pathLst>
                <a:path w="367834" h="1274836">
                  <a:moveTo>
                    <a:pt x="0" y="0"/>
                  </a:moveTo>
                  <a:lnTo>
                    <a:pt x="367834" y="0"/>
                  </a:lnTo>
                  <a:lnTo>
                    <a:pt x="367834" y="1274836"/>
                  </a:lnTo>
                  <a:lnTo>
                    <a:pt x="0" y="1274836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247" name="VectorPath 247"/>
            <p:cNvSpPr/>
            <p:nvPr/>
          </p:nvSpPr>
          <p:spPr>
            <a:xfrm>
              <a:off x="8011824" y="2079455"/>
              <a:ext cx="367833" cy="1313108"/>
            </a:xfrm>
            <a:custGeom>
              <a:rect l="l" t="t" r="r" b="b"/>
              <a:pathLst>
                <a:path w="367833" h="1313108">
                  <a:moveTo>
                    <a:pt x="0" y="0"/>
                  </a:moveTo>
                  <a:lnTo>
                    <a:pt x="367833" y="0"/>
                  </a:lnTo>
                  <a:lnTo>
                    <a:pt x="367833" y="1313108"/>
                  </a:lnTo>
                  <a:lnTo>
                    <a:pt x="0" y="1313108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248" name="VectorPath 248"/>
            <p:cNvSpPr/>
            <p:nvPr/>
          </p:nvSpPr>
          <p:spPr>
            <a:xfrm>
              <a:off x="8491608" y="2166207"/>
              <a:ext cx="367834" cy="1226353"/>
            </a:xfrm>
            <a:custGeom>
              <a:rect l="l" t="t" r="r" b="b"/>
              <a:pathLst>
                <a:path w="367834" h="1226353">
                  <a:moveTo>
                    <a:pt x="0" y="0"/>
                  </a:moveTo>
                  <a:lnTo>
                    <a:pt x="367834" y="0"/>
                  </a:lnTo>
                  <a:lnTo>
                    <a:pt x="367834" y="1226353"/>
                  </a:lnTo>
                  <a:lnTo>
                    <a:pt x="0" y="1226353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249" name="VectorPath 249"/>
            <p:cNvSpPr/>
            <p:nvPr/>
          </p:nvSpPr>
          <p:spPr>
            <a:xfrm>
              <a:off x="7685102" y="2575539"/>
              <a:ext cx="57006" cy="44343"/>
            </a:xfrm>
            <a:custGeom>
              <a:rect l="l" t="t" r="r" b="b"/>
              <a:pathLst>
                <a:path w="57006" h="44343">
                  <a:moveTo>
                    <a:pt x="57006" y="20849"/>
                  </a:moveTo>
                  <a:lnTo>
                    <a:pt x="48625" y="28704"/>
                  </a:lnTo>
                  <a:lnTo>
                    <a:pt x="43870" y="31657"/>
                  </a:lnTo>
                  <a:lnTo>
                    <a:pt x="10031" y="44343"/>
                  </a:lnTo>
                  <a:lnTo>
                    <a:pt x="0" y="17586"/>
                  </a:lnTo>
                  <a:lnTo>
                    <a:pt x="31166" y="5903"/>
                  </a:lnTo>
                  <a:lnTo>
                    <a:pt x="37466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0" name="VectorPath 250"/>
            <p:cNvSpPr/>
            <p:nvPr/>
          </p:nvSpPr>
          <p:spPr>
            <a:xfrm>
              <a:off x="8174302" y="2133732"/>
              <a:ext cx="51568" cy="39279"/>
            </a:xfrm>
            <a:custGeom>
              <a:rect l="l" t="t" r="r" b="b"/>
              <a:pathLst>
                <a:path w="51568" h="39279">
                  <a:moveTo>
                    <a:pt x="42158" y="3923"/>
                  </a:moveTo>
                  <a:lnTo>
                    <a:pt x="51568" y="22331"/>
                  </a:lnTo>
                  <a:lnTo>
                    <a:pt x="26127" y="35337"/>
                  </a:lnTo>
                  <a:lnTo>
                    <a:pt x="25357" y="33831"/>
                  </a:lnTo>
                  <a:lnTo>
                    <a:pt x="19545" y="39279"/>
                  </a:lnTo>
                  <a:lnTo>
                    <a:pt x="0" y="18430"/>
                  </a:lnTo>
                  <a:lnTo>
                    <a:pt x="19669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1" name="VectorPath 251"/>
            <p:cNvSpPr/>
            <p:nvPr/>
          </p:nvSpPr>
          <p:spPr>
            <a:xfrm>
              <a:off x="6999212" y="2830830"/>
              <a:ext cx="489941" cy="182880"/>
            </a:xfrm>
            <a:custGeom>
              <a:rect l="l" t="t" r="r" b="b"/>
              <a:pathLst>
                <a:path w="489941" h="182880">
                  <a:moveTo>
                    <a:pt x="459324" y="484"/>
                  </a:moveTo>
                  <a:cubicBezTo>
                    <a:pt x="461706" y="1208"/>
                    <a:pt x="464088" y="1934"/>
                    <a:pt x="466422" y="2900"/>
                  </a:cubicBezTo>
                  <a:lnTo>
                    <a:pt x="466515" y="2939"/>
                  </a:lnTo>
                  <a:cubicBezTo>
                    <a:pt x="471144" y="4871"/>
                    <a:pt x="475233" y="7611"/>
                    <a:pt x="478782" y="11159"/>
                  </a:cubicBezTo>
                  <a:lnTo>
                    <a:pt x="478854" y="11231"/>
                  </a:lnTo>
                  <a:cubicBezTo>
                    <a:pt x="482391" y="14787"/>
                    <a:pt x="485121" y="18883"/>
                    <a:pt x="487042" y="23520"/>
                  </a:cubicBezTo>
                  <a:lnTo>
                    <a:pt x="487080" y="23613"/>
                  </a:lnTo>
                  <a:cubicBezTo>
                    <a:pt x="488975" y="28222"/>
                    <a:pt x="489928" y="33017"/>
                    <a:pt x="489941" y="37999"/>
                  </a:cubicBezTo>
                  <a:lnTo>
                    <a:pt x="489941" y="144881"/>
                  </a:lnTo>
                  <a:lnTo>
                    <a:pt x="489458" y="152262"/>
                  </a:lnTo>
                  <a:cubicBezTo>
                    <a:pt x="488733" y="154645"/>
                    <a:pt x="488008" y="157027"/>
                    <a:pt x="487042" y="159360"/>
                  </a:cubicBezTo>
                  <a:lnTo>
                    <a:pt x="487003" y="159454"/>
                  </a:lnTo>
                  <a:cubicBezTo>
                    <a:pt x="485071" y="164083"/>
                    <a:pt x="482330" y="168172"/>
                    <a:pt x="478782" y="171721"/>
                  </a:cubicBezTo>
                  <a:lnTo>
                    <a:pt x="478711" y="171792"/>
                  </a:lnTo>
                  <a:cubicBezTo>
                    <a:pt x="475155" y="175330"/>
                    <a:pt x="471058" y="178059"/>
                    <a:pt x="466422" y="179980"/>
                  </a:cubicBezTo>
                  <a:lnTo>
                    <a:pt x="466328" y="180018"/>
                  </a:lnTo>
                  <a:cubicBezTo>
                    <a:pt x="461720" y="181913"/>
                    <a:pt x="456925" y="182867"/>
                    <a:pt x="451942" y="182880"/>
                  </a:cubicBezTo>
                  <a:lnTo>
                    <a:pt x="37998" y="182880"/>
                  </a:lnTo>
                  <a:lnTo>
                    <a:pt x="30617" y="182397"/>
                  </a:lnTo>
                  <a:cubicBezTo>
                    <a:pt x="28235" y="181672"/>
                    <a:pt x="25853" y="180947"/>
                    <a:pt x="23519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58" y="171721"/>
                  </a:cubicBezTo>
                  <a:lnTo>
                    <a:pt x="11087" y="171650"/>
                  </a:lnTo>
                  <a:cubicBezTo>
                    <a:pt x="7550" y="168093"/>
                    <a:pt x="4820" y="163997"/>
                    <a:pt x="2899" y="159360"/>
                  </a:cubicBezTo>
                  <a:lnTo>
                    <a:pt x="2860" y="159267"/>
                  </a:lnTo>
                  <a:cubicBezTo>
                    <a:pt x="966" y="154659"/>
                    <a:pt x="12" y="149864"/>
                    <a:pt x="0" y="144881"/>
                  </a:cubicBezTo>
                  <a:lnTo>
                    <a:pt x="0" y="37999"/>
                  </a:lnTo>
                  <a:lnTo>
                    <a:pt x="483" y="30618"/>
                  </a:lnTo>
                  <a:cubicBezTo>
                    <a:pt x="1208" y="28235"/>
                    <a:pt x="1932" y="25853"/>
                    <a:pt x="2899" y="23520"/>
                  </a:cubicBezTo>
                  <a:lnTo>
                    <a:pt x="2938" y="23426"/>
                  </a:lnTo>
                  <a:cubicBezTo>
                    <a:pt x="4869" y="18797"/>
                    <a:pt x="7610" y="14708"/>
                    <a:pt x="11158" y="11159"/>
                  </a:cubicBezTo>
                  <a:lnTo>
                    <a:pt x="11230" y="11088"/>
                  </a:lnTo>
                  <a:cubicBezTo>
                    <a:pt x="14786" y="7550"/>
                    <a:pt x="18883" y="4821"/>
                    <a:pt x="23519" y="2900"/>
                  </a:cubicBezTo>
                  <a:lnTo>
                    <a:pt x="23613" y="2862"/>
                  </a:lnTo>
                  <a:cubicBezTo>
                    <a:pt x="28221" y="967"/>
                    <a:pt x="33016" y="13"/>
                    <a:pt x="37998" y="0"/>
                  </a:cubicBezTo>
                  <a:lnTo>
                    <a:pt x="451942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  <p:sp>
          <p:nvSpPr>
            <p:cNvPr id="252" name="VectorPath 252"/>
            <p:cNvSpPr/>
            <p:nvPr/>
          </p:nvSpPr>
          <p:spPr>
            <a:xfrm>
              <a:off x="8438570" y="3139988"/>
              <a:ext cx="489941" cy="182880"/>
            </a:xfrm>
            <a:custGeom>
              <a:rect l="l" t="t" r="r" b="b"/>
              <a:pathLst>
                <a:path w="489941" h="182880">
                  <a:moveTo>
                    <a:pt x="459324" y="484"/>
                  </a:moveTo>
                  <a:cubicBezTo>
                    <a:pt x="461706" y="1208"/>
                    <a:pt x="464088" y="1934"/>
                    <a:pt x="466422" y="2900"/>
                  </a:cubicBezTo>
                  <a:lnTo>
                    <a:pt x="466515" y="2939"/>
                  </a:lnTo>
                  <a:cubicBezTo>
                    <a:pt x="471144" y="4871"/>
                    <a:pt x="475233" y="7611"/>
                    <a:pt x="478782" y="11159"/>
                  </a:cubicBezTo>
                  <a:lnTo>
                    <a:pt x="478854" y="11231"/>
                  </a:lnTo>
                  <a:cubicBezTo>
                    <a:pt x="482391" y="14787"/>
                    <a:pt x="485121" y="18883"/>
                    <a:pt x="487042" y="23520"/>
                  </a:cubicBezTo>
                  <a:lnTo>
                    <a:pt x="487080" y="23613"/>
                  </a:lnTo>
                  <a:cubicBezTo>
                    <a:pt x="488975" y="28222"/>
                    <a:pt x="489928" y="33017"/>
                    <a:pt x="489941" y="37999"/>
                  </a:cubicBezTo>
                  <a:lnTo>
                    <a:pt x="489941" y="144881"/>
                  </a:lnTo>
                  <a:lnTo>
                    <a:pt x="489458" y="152262"/>
                  </a:lnTo>
                  <a:cubicBezTo>
                    <a:pt x="488733" y="154645"/>
                    <a:pt x="488008" y="157027"/>
                    <a:pt x="487042" y="159360"/>
                  </a:cubicBezTo>
                  <a:lnTo>
                    <a:pt x="487003" y="159454"/>
                  </a:lnTo>
                  <a:cubicBezTo>
                    <a:pt x="485071" y="164083"/>
                    <a:pt x="482330" y="168172"/>
                    <a:pt x="478782" y="171721"/>
                  </a:cubicBezTo>
                  <a:lnTo>
                    <a:pt x="478711" y="171792"/>
                  </a:lnTo>
                  <a:cubicBezTo>
                    <a:pt x="475155" y="175330"/>
                    <a:pt x="471058" y="178059"/>
                    <a:pt x="466422" y="179980"/>
                  </a:cubicBezTo>
                  <a:lnTo>
                    <a:pt x="466328" y="180018"/>
                  </a:lnTo>
                  <a:cubicBezTo>
                    <a:pt x="461720" y="181913"/>
                    <a:pt x="456925" y="182867"/>
                    <a:pt x="451942" y="182880"/>
                  </a:cubicBezTo>
                  <a:lnTo>
                    <a:pt x="37998" y="182880"/>
                  </a:lnTo>
                  <a:lnTo>
                    <a:pt x="30617" y="182397"/>
                  </a:lnTo>
                  <a:cubicBezTo>
                    <a:pt x="28235" y="181672"/>
                    <a:pt x="25853" y="180947"/>
                    <a:pt x="23519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58" y="171721"/>
                  </a:cubicBezTo>
                  <a:lnTo>
                    <a:pt x="11087" y="171650"/>
                  </a:lnTo>
                  <a:cubicBezTo>
                    <a:pt x="7550" y="168093"/>
                    <a:pt x="4820" y="163997"/>
                    <a:pt x="2899" y="159360"/>
                  </a:cubicBezTo>
                  <a:lnTo>
                    <a:pt x="2860" y="159267"/>
                  </a:lnTo>
                  <a:cubicBezTo>
                    <a:pt x="966" y="154659"/>
                    <a:pt x="12" y="149864"/>
                    <a:pt x="0" y="144881"/>
                  </a:cubicBezTo>
                  <a:lnTo>
                    <a:pt x="0" y="37999"/>
                  </a:lnTo>
                  <a:lnTo>
                    <a:pt x="483" y="30618"/>
                  </a:lnTo>
                  <a:cubicBezTo>
                    <a:pt x="1208" y="28235"/>
                    <a:pt x="1932" y="25853"/>
                    <a:pt x="2899" y="23520"/>
                  </a:cubicBezTo>
                  <a:lnTo>
                    <a:pt x="2938" y="23426"/>
                  </a:lnTo>
                  <a:cubicBezTo>
                    <a:pt x="4869" y="18797"/>
                    <a:pt x="7610" y="14708"/>
                    <a:pt x="11158" y="11159"/>
                  </a:cubicBezTo>
                  <a:lnTo>
                    <a:pt x="11230" y="11088"/>
                  </a:lnTo>
                  <a:cubicBezTo>
                    <a:pt x="14786" y="7550"/>
                    <a:pt x="18883" y="4821"/>
                    <a:pt x="23519" y="2900"/>
                  </a:cubicBezTo>
                  <a:lnTo>
                    <a:pt x="23613" y="2862"/>
                  </a:lnTo>
                  <a:cubicBezTo>
                    <a:pt x="28221" y="967"/>
                    <a:pt x="33016" y="13"/>
                    <a:pt x="37998" y="0"/>
                  </a:cubicBezTo>
                  <a:lnTo>
                    <a:pt x="451942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  <p:sp>
          <p:nvSpPr>
            <p:cNvPr id="253" name="VectorPath 253"/>
            <p:cNvSpPr/>
            <p:nvPr/>
          </p:nvSpPr>
          <p:spPr>
            <a:xfrm>
              <a:off x="7239158" y="2743585"/>
              <a:ext cx="54625" cy="43474"/>
            </a:xfrm>
            <a:custGeom>
              <a:rect l="l" t="t" r="r" b="b"/>
              <a:pathLst>
                <a:path w="54625" h="43474">
                  <a:moveTo>
                    <a:pt x="54625" y="26757"/>
                  </a:moveTo>
                  <a:lnTo>
                    <a:pt x="10031" y="43474"/>
                  </a:lnTo>
                  <a:lnTo>
                    <a:pt x="0" y="16718"/>
                  </a:lnTo>
                  <a:lnTo>
                    <a:pt x="44594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4" name="VectorPath 254"/>
            <p:cNvSpPr/>
            <p:nvPr/>
          </p:nvSpPr>
          <p:spPr>
            <a:xfrm>
              <a:off x="7328347" y="2710150"/>
              <a:ext cx="54625" cy="43474"/>
            </a:xfrm>
            <a:custGeom>
              <a:rect l="l" t="t" r="r" b="b"/>
              <a:pathLst>
                <a:path w="54625" h="43474">
                  <a:moveTo>
                    <a:pt x="54625" y="26757"/>
                  </a:moveTo>
                  <a:lnTo>
                    <a:pt x="10031" y="43474"/>
                  </a:lnTo>
                  <a:lnTo>
                    <a:pt x="0" y="16717"/>
                  </a:lnTo>
                  <a:lnTo>
                    <a:pt x="44595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5" name="VectorPath 255"/>
            <p:cNvSpPr/>
            <p:nvPr/>
          </p:nvSpPr>
          <p:spPr>
            <a:xfrm>
              <a:off x="7417536" y="2676714"/>
              <a:ext cx="54625" cy="43474"/>
            </a:xfrm>
            <a:custGeom>
              <a:rect l="l" t="t" r="r" b="b"/>
              <a:pathLst>
                <a:path w="54625" h="43474">
                  <a:moveTo>
                    <a:pt x="54625" y="26757"/>
                  </a:moveTo>
                  <a:lnTo>
                    <a:pt x="10031" y="43474"/>
                  </a:lnTo>
                  <a:lnTo>
                    <a:pt x="0" y="16717"/>
                  </a:lnTo>
                  <a:lnTo>
                    <a:pt x="44594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6" name="VectorPath 256"/>
            <p:cNvSpPr/>
            <p:nvPr/>
          </p:nvSpPr>
          <p:spPr>
            <a:xfrm>
              <a:off x="7506725" y="2643278"/>
              <a:ext cx="54625" cy="43474"/>
            </a:xfrm>
            <a:custGeom>
              <a:rect l="l" t="t" r="r" b="b"/>
              <a:pathLst>
                <a:path w="54625" h="43474">
                  <a:moveTo>
                    <a:pt x="54625" y="26757"/>
                  </a:moveTo>
                  <a:lnTo>
                    <a:pt x="10031" y="43474"/>
                  </a:lnTo>
                  <a:lnTo>
                    <a:pt x="0" y="16718"/>
                  </a:lnTo>
                  <a:lnTo>
                    <a:pt x="44594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7" name="VectorPath 257"/>
            <p:cNvSpPr/>
            <p:nvPr/>
          </p:nvSpPr>
          <p:spPr>
            <a:xfrm>
              <a:off x="7595913" y="2609843"/>
              <a:ext cx="54625" cy="43474"/>
            </a:xfrm>
            <a:custGeom>
              <a:rect l="l" t="t" r="r" b="b"/>
              <a:pathLst>
                <a:path w="54625" h="43474">
                  <a:moveTo>
                    <a:pt x="54625" y="26757"/>
                  </a:moveTo>
                  <a:lnTo>
                    <a:pt x="10030" y="43474"/>
                  </a:lnTo>
                  <a:lnTo>
                    <a:pt x="0" y="16718"/>
                  </a:lnTo>
                  <a:lnTo>
                    <a:pt x="44594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8" name="VectorPath 258"/>
            <p:cNvSpPr/>
            <p:nvPr/>
          </p:nvSpPr>
          <p:spPr>
            <a:xfrm>
              <a:off x="7757316" y="2510404"/>
              <a:ext cx="54290" cy="53416"/>
            </a:xfrm>
            <a:custGeom>
              <a:rect l="l" t="t" r="r" b="b"/>
              <a:pathLst>
                <a:path w="54290" h="53416">
                  <a:moveTo>
                    <a:pt x="54290" y="20849"/>
                  </a:moveTo>
                  <a:lnTo>
                    <a:pt x="19540" y="53416"/>
                  </a:lnTo>
                  <a:lnTo>
                    <a:pt x="0" y="32567"/>
                  </a:lnTo>
                  <a:lnTo>
                    <a:pt x="34749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59" name="VectorPath 259"/>
            <p:cNvSpPr/>
            <p:nvPr/>
          </p:nvSpPr>
          <p:spPr>
            <a:xfrm>
              <a:off x="7826811" y="2445268"/>
              <a:ext cx="54293" cy="53417"/>
            </a:xfrm>
            <a:custGeom>
              <a:rect l="l" t="t" r="r" b="b"/>
              <a:pathLst>
                <a:path w="54293" h="53417">
                  <a:moveTo>
                    <a:pt x="54293" y="20850"/>
                  </a:moveTo>
                  <a:lnTo>
                    <a:pt x="19545" y="53417"/>
                  </a:lnTo>
                  <a:lnTo>
                    <a:pt x="0" y="32568"/>
                  </a:lnTo>
                  <a:lnTo>
                    <a:pt x="34757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0" name="VectorPath 260"/>
            <p:cNvSpPr/>
            <p:nvPr/>
          </p:nvSpPr>
          <p:spPr>
            <a:xfrm>
              <a:off x="7896315" y="2380133"/>
              <a:ext cx="54283" cy="53417"/>
            </a:xfrm>
            <a:custGeom>
              <a:rect l="l" t="t" r="r" b="b"/>
              <a:pathLst>
                <a:path w="54283" h="53417">
                  <a:moveTo>
                    <a:pt x="54283" y="20850"/>
                  </a:moveTo>
                  <a:lnTo>
                    <a:pt x="19535" y="53417"/>
                  </a:lnTo>
                  <a:lnTo>
                    <a:pt x="0" y="32568"/>
                  </a:lnTo>
                  <a:lnTo>
                    <a:pt x="34747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1" name="VectorPath 261"/>
            <p:cNvSpPr/>
            <p:nvPr/>
          </p:nvSpPr>
          <p:spPr>
            <a:xfrm>
              <a:off x="7965809" y="2314998"/>
              <a:ext cx="54293" cy="53417"/>
            </a:xfrm>
            <a:custGeom>
              <a:rect l="l" t="t" r="r" b="b"/>
              <a:pathLst>
                <a:path w="54293" h="53417">
                  <a:moveTo>
                    <a:pt x="54293" y="20850"/>
                  </a:moveTo>
                  <a:lnTo>
                    <a:pt x="19545" y="53417"/>
                  </a:lnTo>
                  <a:lnTo>
                    <a:pt x="0" y="32568"/>
                  </a:lnTo>
                  <a:lnTo>
                    <a:pt x="34747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2" name="VectorPath 262"/>
            <p:cNvSpPr/>
            <p:nvPr/>
          </p:nvSpPr>
          <p:spPr>
            <a:xfrm>
              <a:off x="8035313" y="2249864"/>
              <a:ext cx="54284" cy="53417"/>
            </a:xfrm>
            <a:custGeom>
              <a:rect l="l" t="t" r="r" b="b"/>
              <a:pathLst>
                <a:path w="54284" h="53417">
                  <a:moveTo>
                    <a:pt x="54284" y="20850"/>
                  </a:moveTo>
                  <a:lnTo>
                    <a:pt x="19536" y="53417"/>
                  </a:lnTo>
                  <a:lnTo>
                    <a:pt x="0" y="32568"/>
                  </a:lnTo>
                  <a:lnTo>
                    <a:pt x="34747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3" name="VectorPath 263"/>
            <p:cNvSpPr/>
            <p:nvPr/>
          </p:nvSpPr>
          <p:spPr>
            <a:xfrm>
              <a:off x="8104808" y="2184729"/>
              <a:ext cx="54293" cy="53417"/>
            </a:xfrm>
            <a:custGeom>
              <a:rect l="l" t="t" r="r" b="b"/>
              <a:pathLst>
                <a:path w="54293" h="53417">
                  <a:moveTo>
                    <a:pt x="54293" y="20850"/>
                  </a:moveTo>
                  <a:lnTo>
                    <a:pt x="19535" y="53417"/>
                  </a:lnTo>
                  <a:lnTo>
                    <a:pt x="0" y="32568"/>
                  </a:lnTo>
                  <a:lnTo>
                    <a:pt x="34747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4" name="VectorPath 264"/>
            <p:cNvSpPr/>
            <p:nvPr/>
          </p:nvSpPr>
          <p:spPr>
            <a:xfrm>
              <a:off x="8222098" y="2198471"/>
              <a:ext cx="47120" cy="55412"/>
            </a:xfrm>
            <a:custGeom>
              <a:rect l="l" t="t" r="r" b="b"/>
              <a:pathLst>
                <a:path w="47120" h="55412">
                  <a:moveTo>
                    <a:pt x="47120" y="42406"/>
                  </a:moveTo>
                  <a:lnTo>
                    <a:pt x="21679" y="55412"/>
                  </a:lnTo>
                  <a:lnTo>
                    <a:pt x="0" y="13005"/>
                  </a:lnTo>
                  <a:lnTo>
                    <a:pt x="2545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5" name="VectorPath 265"/>
            <p:cNvSpPr/>
            <p:nvPr/>
          </p:nvSpPr>
          <p:spPr>
            <a:xfrm>
              <a:off x="8265456" y="2283284"/>
              <a:ext cx="47120" cy="55412"/>
            </a:xfrm>
            <a:custGeom>
              <a:rect l="l" t="t" r="r" b="b"/>
              <a:pathLst>
                <a:path w="47120" h="55412">
                  <a:moveTo>
                    <a:pt x="47120" y="42406"/>
                  </a:moveTo>
                  <a:lnTo>
                    <a:pt x="21669" y="55412"/>
                  </a:lnTo>
                  <a:lnTo>
                    <a:pt x="0" y="13005"/>
                  </a:lnTo>
                  <a:lnTo>
                    <a:pt x="2544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6" name="VectorPath 266"/>
            <p:cNvSpPr/>
            <p:nvPr/>
          </p:nvSpPr>
          <p:spPr>
            <a:xfrm>
              <a:off x="8308805" y="2368097"/>
              <a:ext cx="47120" cy="55412"/>
            </a:xfrm>
            <a:custGeom>
              <a:rect l="l" t="t" r="r" b="b"/>
              <a:pathLst>
                <a:path w="47120" h="55412">
                  <a:moveTo>
                    <a:pt x="47120" y="42406"/>
                  </a:moveTo>
                  <a:lnTo>
                    <a:pt x="21669" y="55412"/>
                  </a:lnTo>
                  <a:lnTo>
                    <a:pt x="0" y="13005"/>
                  </a:lnTo>
                  <a:lnTo>
                    <a:pt x="2544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67" name="VectorPath 267"/>
            <p:cNvSpPr/>
            <p:nvPr/>
          </p:nvSpPr>
          <p:spPr>
            <a:xfrm>
              <a:off x="7958783" y="2201305"/>
              <a:ext cx="489941" cy="182880"/>
            </a:xfrm>
            <a:custGeom>
              <a:rect l="l" t="t" r="r" b="b"/>
              <a:pathLst>
                <a:path w="489941" h="182880">
                  <a:moveTo>
                    <a:pt x="459324" y="484"/>
                  </a:moveTo>
                  <a:cubicBezTo>
                    <a:pt x="461706" y="1208"/>
                    <a:pt x="464088" y="1934"/>
                    <a:pt x="466422" y="2900"/>
                  </a:cubicBezTo>
                  <a:lnTo>
                    <a:pt x="466515" y="2939"/>
                  </a:lnTo>
                  <a:cubicBezTo>
                    <a:pt x="471144" y="4871"/>
                    <a:pt x="475233" y="7611"/>
                    <a:pt x="478782" y="11159"/>
                  </a:cubicBezTo>
                  <a:lnTo>
                    <a:pt x="478854" y="11231"/>
                  </a:lnTo>
                  <a:cubicBezTo>
                    <a:pt x="482391" y="14787"/>
                    <a:pt x="485121" y="18883"/>
                    <a:pt x="487042" y="23520"/>
                  </a:cubicBezTo>
                  <a:lnTo>
                    <a:pt x="487080" y="23613"/>
                  </a:lnTo>
                  <a:cubicBezTo>
                    <a:pt x="488975" y="28222"/>
                    <a:pt x="489928" y="33017"/>
                    <a:pt x="489941" y="37999"/>
                  </a:cubicBezTo>
                  <a:lnTo>
                    <a:pt x="489941" y="144881"/>
                  </a:lnTo>
                  <a:lnTo>
                    <a:pt x="489458" y="152262"/>
                  </a:lnTo>
                  <a:cubicBezTo>
                    <a:pt x="488733" y="154645"/>
                    <a:pt x="488008" y="157027"/>
                    <a:pt x="487042" y="159360"/>
                  </a:cubicBezTo>
                  <a:lnTo>
                    <a:pt x="487003" y="159454"/>
                  </a:lnTo>
                  <a:cubicBezTo>
                    <a:pt x="485071" y="164083"/>
                    <a:pt x="482330" y="168172"/>
                    <a:pt x="478782" y="171721"/>
                  </a:cubicBezTo>
                  <a:lnTo>
                    <a:pt x="478711" y="171792"/>
                  </a:lnTo>
                  <a:cubicBezTo>
                    <a:pt x="475155" y="175330"/>
                    <a:pt x="471058" y="178059"/>
                    <a:pt x="466422" y="179980"/>
                  </a:cubicBezTo>
                  <a:lnTo>
                    <a:pt x="466328" y="180018"/>
                  </a:lnTo>
                  <a:cubicBezTo>
                    <a:pt x="461720" y="181913"/>
                    <a:pt x="456925" y="182867"/>
                    <a:pt x="451942" y="182880"/>
                  </a:cubicBezTo>
                  <a:lnTo>
                    <a:pt x="37998" y="182880"/>
                  </a:lnTo>
                  <a:lnTo>
                    <a:pt x="30617" y="182397"/>
                  </a:lnTo>
                  <a:cubicBezTo>
                    <a:pt x="28235" y="181672"/>
                    <a:pt x="25853" y="180947"/>
                    <a:pt x="23519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58" y="171721"/>
                  </a:cubicBezTo>
                  <a:lnTo>
                    <a:pt x="11087" y="171650"/>
                  </a:lnTo>
                  <a:cubicBezTo>
                    <a:pt x="7550" y="168093"/>
                    <a:pt x="4820" y="163997"/>
                    <a:pt x="2899" y="159360"/>
                  </a:cubicBezTo>
                  <a:lnTo>
                    <a:pt x="2860" y="159267"/>
                  </a:lnTo>
                  <a:cubicBezTo>
                    <a:pt x="966" y="154659"/>
                    <a:pt x="12" y="149864"/>
                    <a:pt x="0" y="144881"/>
                  </a:cubicBezTo>
                  <a:lnTo>
                    <a:pt x="0" y="37999"/>
                  </a:lnTo>
                  <a:lnTo>
                    <a:pt x="483" y="30618"/>
                  </a:lnTo>
                  <a:cubicBezTo>
                    <a:pt x="1208" y="28235"/>
                    <a:pt x="1932" y="25853"/>
                    <a:pt x="2899" y="23520"/>
                  </a:cubicBezTo>
                  <a:lnTo>
                    <a:pt x="2938" y="23426"/>
                  </a:lnTo>
                  <a:cubicBezTo>
                    <a:pt x="4869" y="18797"/>
                    <a:pt x="7610" y="14708"/>
                    <a:pt x="11158" y="11159"/>
                  </a:cubicBezTo>
                  <a:lnTo>
                    <a:pt x="11230" y="11088"/>
                  </a:lnTo>
                  <a:cubicBezTo>
                    <a:pt x="14786" y="7550"/>
                    <a:pt x="18883" y="4821"/>
                    <a:pt x="23519" y="2900"/>
                  </a:cubicBezTo>
                  <a:lnTo>
                    <a:pt x="23613" y="2862"/>
                  </a:lnTo>
                  <a:cubicBezTo>
                    <a:pt x="28221" y="967"/>
                    <a:pt x="33016" y="13"/>
                    <a:pt x="37998" y="0"/>
                  </a:cubicBezTo>
                  <a:lnTo>
                    <a:pt x="451942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  <p:sp>
          <p:nvSpPr>
            <p:cNvPr id="268" name="VectorPath 268"/>
            <p:cNvSpPr/>
            <p:nvPr/>
          </p:nvSpPr>
          <p:spPr>
            <a:xfrm>
              <a:off x="7478998" y="2353787"/>
              <a:ext cx="489941" cy="182880"/>
            </a:xfrm>
            <a:custGeom>
              <a:rect l="l" t="t" r="r" b="b"/>
              <a:pathLst>
                <a:path w="489941" h="182880">
                  <a:moveTo>
                    <a:pt x="459324" y="484"/>
                  </a:moveTo>
                  <a:cubicBezTo>
                    <a:pt x="461706" y="1208"/>
                    <a:pt x="464088" y="1934"/>
                    <a:pt x="466422" y="2900"/>
                  </a:cubicBezTo>
                  <a:lnTo>
                    <a:pt x="466515" y="2939"/>
                  </a:lnTo>
                  <a:cubicBezTo>
                    <a:pt x="471144" y="4871"/>
                    <a:pt x="475233" y="7611"/>
                    <a:pt x="478782" y="11159"/>
                  </a:cubicBezTo>
                  <a:lnTo>
                    <a:pt x="478854" y="11231"/>
                  </a:lnTo>
                  <a:cubicBezTo>
                    <a:pt x="482391" y="14787"/>
                    <a:pt x="485121" y="18883"/>
                    <a:pt x="487042" y="23520"/>
                  </a:cubicBezTo>
                  <a:lnTo>
                    <a:pt x="487080" y="23613"/>
                  </a:lnTo>
                  <a:cubicBezTo>
                    <a:pt x="488975" y="28222"/>
                    <a:pt x="489928" y="33017"/>
                    <a:pt x="489941" y="37999"/>
                  </a:cubicBezTo>
                  <a:lnTo>
                    <a:pt x="489941" y="144881"/>
                  </a:lnTo>
                  <a:lnTo>
                    <a:pt x="489458" y="152262"/>
                  </a:lnTo>
                  <a:cubicBezTo>
                    <a:pt x="488733" y="154645"/>
                    <a:pt x="488008" y="157027"/>
                    <a:pt x="487042" y="159360"/>
                  </a:cubicBezTo>
                  <a:lnTo>
                    <a:pt x="487003" y="159454"/>
                  </a:lnTo>
                  <a:cubicBezTo>
                    <a:pt x="485071" y="164083"/>
                    <a:pt x="482330" y="168172"/>
                    <a:pt x="478782" y="171721"/>
                  </a:cubicBezTo>
                  <a:lnTo>
                    <a:pt x="478711" y="171792"/>
                  </a:lnTo>
                  <a:cubicBezTo>
                    <a:pt x="475155" y="175330"/>
                    <a:pt x="471058" y="178059"/>
                    <a:pt x="466422" y="179980"/>
                  </a:cubicBezTo>
                  <a:lnTo>
                    <a:pt x="466328" y="180018"/>
                  </a:lnTo>
                  <a:cubicBezTo>
                    <a:pt x="461720" y="181913"/>
                    <a:pt x="456925" y="182867"/>
                    <a:pt x="451942" y="182880"/>
                  </a:cubicBezTo>
                  <a:lnTo>
                    <a:pt x="37998" y="182880"/>
                  </a:lnTo>
                  <a:lnTo>
                    <a:pt x="30617" y="182397"/>
                  </a:lnTo>
                  <a:cubicBezTo>
                    <a:pt x="28235" y="181672"/>
                    <a:pt x="25853" y="180947"/>
                    <a:pt x="23519" y="179980"/>
                  </a:cubicBezTo>
                  <a:lnTo>
                    <a:pt x="23426" y="179941"/>
                  </a:lnTo>
                  <a:cubicBezTo>
                    <a:pt x="18797" y="178010"/>
                    <a:pt x="14708" y="175270"/>
                    <a:pt x="11158" y="171721"/>
                  </a:cubicBezTo>
                  <a:lnTo>
                    <a:pt x="11087" y="171650"/>
                  </a:lnTo>
                  <a:cubicBezTo>
                    <a:pt x="7550" y="168093"/>
                    <a:pt x="4820" y="163997"/>
                    <a:pt x="2899" y="159360"/>
                  </a:cubicBezTo>
                  <a:lnTo>
                    <a:pt x="2860" y="159267"/>
                  </a:lnTo>
                  <a:cubicBezTo>
                    <a:pt x="966" y="154659"/>
                    <a:pt x="12" y="149864"/>
                    <a:pt x="0" y="144881"/>
                  </a:cubicBezTo>
                  <a:lnTo>
                    <a:pt x="0" y="37999"/>
                  </a:lnTo>
                  <a:lnTo>
                    <a:pt x="483" y="30618"/>
                  </a:lnTo>
                  <a:cubicBezTo>
                    <a:pt x="1208" y="28235"/>
                    <a:pt x="1932" y="25853"/>
                    <a:pt x="2899" y="23520"/>
                  </a:cubicBezTo>
                  <a:lnTo>
                    <a:pt x="2938" y="23426"/>
                  </a:lnTo>
                  <a:cubicBezTo>
                    <a:pt x="4869" y="18797"/>
                    <a:pt x="7610" y="14708"/>
                    <a:pt x="11158" y="11159"/>
                  </a:cubicBezTo>
                  <a:lnTo>
                    <a:pt x="11230" y="11088"/>
                  </a:lnTo>
                  <a:cubicBezTo>
                    <a:pt x="14786" y="7550"/>
                    <a:pt x="18883" y="4821"/>
                    <a:pt x="23519" y="2900"/>
                  </a:cubicBezTo>
                  <a:lnTo>
                    <a:pt x="23613" y="2862"/>
                  </a:lnTo>
                  <a:cubicBezTo>
                    <a:pt x="28221" y="967"/>
                    <a:pt x="33016" y="13"/>
                    <a:pt x="37998" y="0"/>
                  </a:cubicBezTo>
                  <a:lnTo>
                    <a:pt x="451942" y="0"/>
                  </a:lnTo>
                </a:path>
              </a:pathLst>
            </a:custGeom>
            <a:solidFill>
              <a:srgbClr val="FFFFFF">
                <a:alpha val="70000"/>
              </a:srgbClr>
            </a:solidFill>
          </p:spPr>
        </p:sp>
      </p:grpSp>
      <p:sp>
        <p:nvSpPr>
          <p:cNvPr id="269" name="TextBox269"/>
          <p:cNvSpPr txBox="1"/>
          <p:nvPr/>
        </p:nvSpPr>
        <p:spPr>
          <a:xfrm>
            <a:off x="8034982" y="2220960"/>
            <a:ext cx="337414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166.6K</a:t>
            </a:r>
          </a:p>
        </p:txBody>
      </p:sp>
      <p:sp>
        <p:nvSpPr>
          <p:cNvPr id="270" name="TextBox270"/>
          <p:cNvSpPr txBox="1"/>
          <p:nvPr/>
        </p:nvSpPr>
        <p:spPr>
          <a:xfrm>
            <a:off x="7075410" y="2850485"/>
            <a:ext cx="337414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163.3K</a:t>
            </a:r>
          </a:p>
        </p:txBody>
      </p:sp>
      <p:sp>
        <p:nvSpPr>
          <p:cNvPr id="271" name="TextBox271"/>
          <p:cNvSpPr txBox="1"/>
          <p:nvPr/>
        </p:nvSpPr>
        <p:spPr>
          <a:xfrm>
            <a:off x="7555196" y="2373442"/>
            <a:ext cx="337414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164.2K</a:t>
            </a:r>
          </a:p>
        </p:txBody>
      </p:sp>
      <p:grpSp>
        <p:nvGrpSpPr>
          <p:cNvPr id="272" name="Combination 272"/>
          <p:cNvGrpSpPr/>
          <p:nvPr/>
        </p:nvGrpSpPr>
        <p:grpSpPr>
          <a:xfrm>
            <a:off x="8352153" y="2452911"/>
            <a:ext cx="344090" cy="636426"/>
            <a:chOff x="8352153" y="2452911"/>
            <a:chExt cx="344090" cy="636426"/>
          </a:xfrm>
        </p:grpSpPr>
        <p:sp>
          <p:nvSpPr>
            <p:cNvPr id="273" name="VectorPath 273"/>
            <p:cNvSpPr/>
            <p:nvPr/>
          </p:nvSpPr>
          <p:spPr>
            <a:xfrm>
              <a:off x="8352153" y="2452911"/>
              <a:ext cx="47120" cy="55412"/>
            </a:xfrm>
            <a:custGeom>
              <a:rect l="l" t="t" r="r" b="b"/>
              <a:pathLst>
                <a:path w="47120" h="55412">
                  <a:moveTo>
                    <a:pt x="47120" y="42406"/>
                  </a:moveTo>
                  <a:lnTo>
                    <a:pt x="21679" y="55412"/>
                  </a:lnTo>
                  <a:lnTo>
                    <a:pt x="0" y="13005"/>
                  </a:lnTo>
                  <a:lnTo>
                    <a:pt x="2544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74" name="VectorPath 274"/>
            <p:cNvSpPr/>
            <p:nvPr/>
          </p:nvSpPr>
          <p:spPr>
            <a:xfrm>
              <a:off x="8395502" y="2537724"/>
              <a:ext cx="47120" cy="55412"/>
            </a:xfrm>
            <a:custGeom>
              <a:rect l="l" t="t" r="r" b="b"/>
              <a:pathLst>
                <a:path w="47120" h="55412">
                  <a:moveTo>
                    <a:pt x="47120" y="42406"/>
                  </a:moveTo>
                  <a:lnTo>
                    <a:pt x="21679" y="55412"/>
                  </a:lnTo>
                  <a:lnTo>
                    <a:pt x="0" y="13005"/>
                  </a:lnTo>
                  <a:lnTo>
                    <a:pt x="25450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75" name="VectorPath 275"/>
            <p:cNvSpPr/>
            <p:nvPr/>
          </p:nvSpPr>
          <p:spPr>
            <a:xfrm>
              <a:off x="8438858" y="2622537"/>
              <a:ext cx="47111" cy="55413"/>
            </a:xfrm>
            <a:custGeom>
              <a:rect l="l" t="t" r="r" b="b"/>
              <a:pathLst>
                <a:path w="47111" h="55413">
                  <a:moveTo>
                    <a:pt x="47111" y="42407"/>
                  </a:moveTo>
                  <a:lnTo>
                    <a:pt x="21669" y="55413"/>
                  </a:lnTo>
                  <a:lnTo>
                    <a:pt x="0" y="13005"/>
                  </a:lnTo>
                  <a:lnTo>
                    <a:pt x="25442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76" name="VectorPath 276"/>
            <p:cNvSpPr/>
            <p:nvPr/>
          </p:nvSpPr>
          <p:spPr>
            <a:xfrm>
              <a:off x="8482208" y="2707350"/>
              <a:ext cx="47120" cy="55413"/>
            </a:xfrm>
            <a:custGeom>
              <a:rect l="l" t="t" r="r" b="b"/>
              <a:pathLst>
                <a:path w="47120" h="55413">
                  <a:moveTo>
                    <a:pt x="47120" y="42407"/>
                  </a:moveTo>
                  <a:lnTo>
                    <a:pt x="21669" y="55413"/>
                  </a:lnTo>
                  <a:lnTo>
                    <a:pt x="0" y="13005"/>
                  </a:lnTo>
                  <a:lnTo>
                    <a:pt x="2544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77" name="VectorPath 277"/>
            <p:cNvSpPr/>
            <p:nvPr/>
          </p:nvSpPr>
          <p:spPr>
            <a:xfrm>
              <a:off x="8525556" y="2792164"/>
              <a:ext cx="47120" cy="55410"/>
            </a:xfrm>
            <a:custGeom>
              <a:rect l="l" t="t" r="r" b="b"/>
              <a:pathLst>
                <a:path w="47120" h="55410">
                  <a:moveTo>
                    <a:pt x="47120" y="42408"/>
                  </a:moveTo>
                  <a:lnTo>
                    <a:pt x="21679" y="55410"/>
                  </a:lnTo>
                  <a:lnTo>
                    <a:pt x="0" y="13005"/>
                  </a:lnTo>
                  <a:lnTo>
                    <a:pt x="2544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78" name="VectorPath 278"/>
            <p:cNvSpPr/>
            <p:nvPr/>
          </p:nvSpPr>
          <p:spPr>
            <a:xfrm>
              <a:off x="8568904" y="2876977"/>
              <a:ext cx="47120" cy="55417"/>
            </a:xfrm>
            <a:custGeom>
              <a:rect l="l" t="t" r="r" b="b"/>
              <a:pathLst>
                <a:path w="47120" h="55417">
                  <a:moveTo>
                    <a:pt x="47120" y="42405"/>
                  </a:moveTo>
                  <a:lnTo>
                    <a:pt x="21679" y="55417"/>
                  </a:lnTo>
                  <a:lnTo>
                    <a:pt x="0" y="13002"/>
                  </a:lnTo>
                  <a:lnTo>
                    <a:pt x="25442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79" name="VectorPath 279"/>
            <p:cNvSpPr/>
            <p:nvPr/>
          </p:nvSpPr>
          <p:spPr>
            <a:xfrm>
              <a:off x="8612252" y="2961788"/>
              <a:ext cx="47120" cy="55416"/>
            </a:xfrm>
            <a:custGeom>
              <a:rect l="l" t="t" r="r" b="b"/>
              <a:pathLst>
                <a:path w="47120" h="55416">
                  <a:moveTo>
                    <a:pt x="47120" y="42406"/>
                  </a:moveTo>
                  <a:lnTo>
                    <a:pt x="21679" y="55416"/>
                  </a:lnTo>
                  <a:lnTo>
                    <a:pt x="0" y="13011"/>
                  </a:lnTo>
                  <a:lnTo>
                    <a:pt x="25450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  <p:sp>
          <p:nvSpPr>
            <p:cNvPr id="280" name="VectorPath 280"/>
            <p:cNvSpPr/>
            <p:nvPr/>
          </p:nvSpPr>
          <p:spPr>
            <a:xfrm>
              <a:off x="8655610" y="3046608"/>
              <a:ext cx="40633" cy="42729"/>
            </a:xfrm>
            <a:custGeom>
              <a:rect l="l" t="t" r="r" b="b"/>
              <a:pathLst>
                <a:path w="40633" h="42729">
                  <a:moveTo>
                    <a:pt x="40633" y="29728"/>
                  </a:moveTo>
                  <a:lnTo>
                    <a:pt x="15193" y="42729"/>
                  </a:lnTo>
                  <a:lnTo>
                    <a:pt x="0" y="13002"/>
                  </a:lnTo>
                  <a:lnTo>
                    <a:pt x="25441" y="0"/>
                  </a:lnTo>
                </a:path>
              </a:pathLst>
            </a:custGeom>
            <a:solidFill>
              <a:srgbClr val="70BBFF">
                <a:alpha val="98000"/>
              </a:srgbClr>
            </a:solidFill>
          </p:spPr>
        </p:sp>
      </p:grpSp>
      <p:sp>
        <p:nvSpPr>
          <p:cNvPr id="281" name="TextBox281"/>
          <p:cNvSpPr txBox="1"/>
          <p:nvPr/>
        </p:nvSpPr>
        <p:spPr>
          <a:xfrm>
            <a:off x="8514768" y="3159643"/>
            <a:ext cx="337414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161.6K</a:t>
            </a:r>
          </a:p>
        </p:txBody>
      </p:sp>
      <p:grpSp>
        <p:nvGrpSpPr>
          <p:cNvPr id="282" name="Combination 282"/>
          <p:cNvGrpSpPr/>
          <p:nvPr/>
        </p:nvGrpSpPr>
        <p:grpSpPr>
          <a:xfrm>
            <a:off x="8955848" y="3387806"/>
            <a:ext cx="111499" cy="19050"/>
            <a:chOff x="8955848" y="3387806"/>
            <a:chExt cx="111499" cy="19050"/>
          </a:xfrm>
        </p:grpSpPr>
        <p:sp>
          <p:nvSpPr>
            <p:cNvPr id="283" name="VectorPath 283"/>
            <p:cNvSpPr/>
            <p:nvPr/>
          </p:nvSpPr>
          <p:spPr>
            <a:xfrm>
              <a:off x="8955848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84" name="VectorPath 284"/>
            <p:cNvSpPr/>
            <p:nvPr/>
          </p:nvSpPr>
          <p:spPr>
            <a:xfrm>
              <a:off x="9051098" y="3387806"/>
              <a:ext cx="16249" cy="19050"/>
            </a:xfrm>
            <a:custGeom>
              <a:rect l="l" t="t" r="r" b="b"/>
              <a:pathLst>
                <a:path w="16249" h="19050">
                  <a:moveTo>
                    <a:pt x="16249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16249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85" name="VectorPath 285"/>
            <p:cNvSpPr/>
            <p:nvPr/>
          </p:nvSpPr>
          <p:spPr>
            <a:xfrm>
              <a:off x="9019720" y="338780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86" name="Combination 286"/>
          <p:cNvGrpSpPr/>
          <p:nvPr/>
        </p:nvGrpSpPr>
        <p:grpSpPr>
          <a:xfrm>
            <a:off x="8955848" y="2926586"/>
            <a:ext cx="111499" cy="19050"/>
            <a:chOff x="8955848" y="2926586"/>
            <a:chExt cx="111499" cy="19050"/>
          </a:xfrm>
        </p:grpSpPr>
        <p:sp>
          <p:nvSpPr>
            <p:cNvPr id="287" name="VectorPath 287"/>
            <p:cNvSpPr/>
            <p:nvPr/>
          </p:nvSpPr>
          <p:spPr>
            <a:xfrm>
              <a:off x="8955848" y="2926586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88" name="VectorPath 288"/>
            <p:cNvSpPr/>
            <p:nvPr/>
          </p:nvSpPr>
          <p:spPr>
            <a:xfrm>
              <a:off x="9051098" y="2926586"/>
              <a:ext cx="16249" cy="19050"/>
            </a:xfrm>
            <a:custGeom>
              <a:rect l="l" t="t" r="r" b="b"/>
              <a:pathLst>
                <a:path w="16249" h="19050">
                  <a:moveTo>
                    <a:pt x="16249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16249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89" name="Combination 289"/>
          <p:cNvGrpSpPr/>
          <p:nvPr/>
        </p:nvGrpSpPr>
        <p:grpSpPr>
          <a:xfrm>
            <a:off x="8955848" y="2437138"/>
            <a:ext cx="111499" cy="47290"/>
            <a:chOff x="8955848" y="2437138"/>
            <a:chExt cx="111499" cy="47290"/>
          </a:xfrm>
        </p:grpSpPr>
        <p:sp>
          <p:nvSpPr>
            <p:cNvPr id="290" name="VectorPath 290"/>
            <p:cNvSpPr/>
            <p:nvPr/>
          </p:nvSpPr>
          <p:spPr>
            <a:xfrm>
              <a:off x="8955848" y="246537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91" name="VectorPath 291"/>
            <p:cNvSpPr/>
            <p:nvPr/>
          </p:nvSpPr>
          <p:spPr>
            <a:xfrm>
              <a:off x="9051098" y="2465378"/>
              <a:ext cx="16249" cy="19050"/>
            </a:xfrm>
            <a:custGeom>
              <a:rect l="l" t="t" r="r" b="b"/>
              <a:pathLst>
                <a:path w="16249" h="19050">
                  <a:moveTo>
                    <a:pt x="16249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16249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92" name="VectorPath 292"/>
            <p:cNvSpPr/>
            <p:nvPr/>
          </p:nvSpPr>
          <p:spPr>
            <a:xfrm>
              <a:off x="9019720" y="2437138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grpSp>
        <p:nvGrpSpPr>
          <p:cNvPr id="293" name="Combination 293"/>
          <p:cNvGrpSpPr/>
          <p:nvPr/>
        </p:nvGrpSpPr>
        <p:grpSpPr>
          <a:xfrm>
            <a:off x="8955848" y="2004170"/>
            <a:ext cx="111499" cy="19050"/>
            <a:chOff x="8955848" y="2004170"/>
            <a:chExt cx="111499" cy="19050"/>
          </a:xfrm>
        </p:grpSpPr>
        <p:sp>
          <p:nvSpPr>
            <p:cNvPr id="294" name="VectorPath 294"/>
            <p:cNvSpPr/>
            <p:nvPr/>
          </p:nvSpPr>
          <p:spPr>
            <a:xfrm>
              <a:off x="8955848" y="2004170"/>
              <a:ext cx="47625" cy="19050"/>
            </a:xfrm>
            <a:custGeom>
              <a:rect l="l" t="t" r="r" b="b"/>
              <a:pathLst>
                <a:path w="47625" h="19050">
                  <a:moveTo>
                    <a:pt x="4762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47625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  <p:sp>
          <p:nvSpPr>
            <p:cNvPr id="295" name="VectorPath 295"/>
            <p:cNvSpPr/>
            <p:nvPr/>
          </p:nvSpPr>
          <p:spPr>
            <a:xfrm>
              <a:off x="9051098" y="2004170"/>
              <a:ext cx="16249" cy="19050"/>
            </a:xfrm>
            <a:custGeom>
              <a:rect l="l" t="t" r="r" b="b"/>
              <a:pathLst>
                <a:path w="16249" h="19050">
                  <a:moveTo>
                    <a:pt x="16249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16249" y="0"/>
                  </a:lnTo>
                </a:path>
              </a:pathLst>
            </a:custGeom>
            <a:solidFill>
              <a:srgbClr val="1A1A1A">
                <a:alpha val="97000"/>
              </a:srgbClr>
            </a:solidFill>
          </p:spPr>
        </p:sp>
      </p:grpSp>
      <p:sp>
        <p:nvSpPr>
          <p:cNvPr id="296" name="TextBox296"/>
          <p:cNvSpPr txBox="1"/>
          <p:nvPr/>
        </p:nvSpPr>
        <p:spPr>
          <a:xfrm>
            <a:off x="9162594" y="3322123"/>
            <a:ext cx="251117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160K</a:t>
            </a:r>
          </a:p>
        </p:txBody>
      </p:sp>
      <p:sp>
        <p:nvSpPr>
          <p:cNvPr id="297" name="TextBox297"/>
          <p:cNvSpPr txBox="1"/>
          <p:nvPr/>
        </p:nvSpPr>
        <p:spPr>
          <a:xfrm>
            <a:off x="9162594" y="2371455"/>
            <a:ext cx="251117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165K</a:t>
            </a:r>
          </a:p>
        </p:txBody>
      </p:sp>
      <p:sp>
        <p:nvSpPr>
          <p:cNvPr id="298" name="TextBox298"/>
          <p:cNvSpPr txBox="1"/>
          <p:nvPr/>
        </p:nvSpPr>
        <p:spPr>
          <a:xfrm rot="16200000">
            <a:off x="9010722" y="2563554"/>
            <a:ext cx="1017236" cy="137085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9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5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7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900" kern="0" spc="-5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otal_T</a:t>
            </a:r>
            <a:r>
              <a:rPr lang="en-US" altLang="zh-CN" sz="900" kern="0" spc="-6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rans_Ct</a:t>
            </a:r>
          </a:p>
        </p:txBody>
      </p:sp>
      <p:sp>
        <p:nvSpPr>
          <p:cNvPr id="299" name="TextBox299"/>
          <p:cNvSpPr txBox="1"/>
          <p:nvPr/>
        </p:nvSpPr>
        <p:spPr>
          <a:xfrm>
            <a:off x="636231" y="3857215"/>
            <a:ext cx="2536473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on_Lev</a:t>
            </a:r>
            <a:r>
              <a:rPr lang="en-US" altLang="zh-CN" sz="1350" kern="0" spc="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</a:t>
            </a:r>
          </a:p>
        </p:txBody>
      </p:sp>
      <p:sp>
        <p:nvSpPr>
          <p:cNvPr id="300" name="TextBox300"/>
          <p:cNvSpPr txBox="1"/>
          <p:nvPr/>
        </p:nvSpPr>
        <p:spPr>
          <a:xfrm>
            <a:off x="4077418" y="3857215"/>
            <a:ext cx="2396471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Custom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_J</a:t>
            </a:r>
            <a:r>
              <a:rPr lang="en-US" altLang="zh-CN" sz="1350" kern="0" spc="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ob</a:t>
            </a:r>
          </a:p>
        </p:txBody>
      </p:sp>
      <p:sp>
        <p:nvSpPr>
          <p:cNvPr id="301" name="TextBox301"/>
          <p:cNvSpPr txBox="1"/>
          <p:nvPr/>
        </p:nvSpPr>
        <p:spPr>
          <a:xfrm>
            <a:off x="7154565" y="3857215"/>
            <a:ext cx="2423423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d_Ca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tegor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</a:p>
        </p:txBody>
      </p:sp>
      <p:sp>
        <p:nvSpPr>
          <p:cNvPr id="302" name="VectorPath 302"/>
          <p:cNvSpPr/>
          <p:nvPr/>
        </p:nvSpPr>
        <p:spPr>
          <a:xfrm>
            <a:off x="9879546" y="1061881"/>
            <a:ext cx="2352675" cy="476250"/>
          </a:xfrm>
          <a:custGeom>
            <a:rect l="l" t="t" r="r" b="b"/>
            <a:pathLst>
              <a:path w="2352675" h="476250">
                <a:moveTo>
                  <a:pt x="0" y="0"/>
                </a:moveTo>
                <a:lnTo>
                  <a:pt x="2352675" y="0"/>
                </a:lnTo>
                <a:lnTo>
                  <a:pt x="2352675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graphicFrame>
        <p:nvGraphicFramePr>
          <p:cNvPr id="303" name="Table303"/>
          <p:cNvGraphicFramePr>
            <a:graphicFrameLocks noGrp="1"/>
          </p:cNvGraphicFramePr>
          <p:nvPr/>
        </p:nvGraphicFramePr>
        <p:xfrm>
          <a:off x="9927154" y="1109506"/>
          <a:ext cx="2253087" cy="381000"/>
        </p:xfrm>
        <a:graphic>
          <a:graphicData uri="http://schemas.openxmlformats.org/drawingml/2006/table">
            <a:tbl>
              <a:tblPr firstRow="1" bandRow="1">
                <a:tableStyleId>{92A4E980-DF7A-43CD-E840-73BF58B6730A}</a:tableStyleId>
              </a:tblPr>
              <a:tblGrid>
                <a:gridCol w="1126645"/>
                <a:gridCol w="1126442"/>
              </a:tblGrid>
              <a:tr h="381000">
                <a:tc>
                  <a:txBody>
                    <a:bodyPr/>
                    <a:lstStyle/>
                    <a:p>
                      <a:pPr marL="40878" marR="0" indent="0" eaLnBrk="0">
                        <a:lnSpc>
                          <a:spcPct val="100617"/>
                        </a:lnSpc>
                        <a:spcBef>
                          <a:spcPts val="409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Gill Sans MT Condensed" pitchFamily="34" charset="0"/>
                          <a:ea typeface="Gill Sans MT Condensed" pitchFamily="34" charset="0"/>
                          <a:cs typeface="Gill Sans MT Condensed" pitchFamily="34" charset="0"/>
                        </a:rPr>
                        <a:t>F</a:t>
                      </a:r>
                    </a:p>
                    <a:p>
                      <a:pPr marL="0" marR="0" indent="0" eaLnBrk="0">
                        <a:lnSpc>
                          <a:spcPct val="7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5953" marR="7144" marT="57626" marB="5556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780"/>
                    </a:solidFill>
                  </a:tcPr>
                </a:tc>
                <a:tc>
                  <a:txBody>
                    <a:bodyPr/>
                    <a:lstStyle/>
                    <a:p>
                      <a:pPr marL="40463" marR="0" indent="0" eaLnBrk="0">
                        <a:lnSpc>
                          <a:spcPct val="100617"/>
                        </a:lnSpc>
                        <a:spcBef>
                          <a:spcPts val="409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</a:t>
                      </a:r>
                    </a:p>
                    <a:p>
                      <a:pPr marL="0" marR="0" indent="0" eaLnBrk="0">
                        <a:lnSpc>
                          <a:spcPct val="7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5953" marT="57626" marB="5556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1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1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BF"/>
                    </a:solidFill>
                  </a:tcPr>
                </a:tc>
              </a:tr>
            </a:tbl>
          </a:graphicData>
        </a:graphic>
      </p:graphicFrame>
      <p:sp>
        <p:nvSpPr>
          <p:cNvPr id="304" name="VectorPath 304"/>
          <p:cNvSpPr/>
          <p:nvPr/>
        </p:nvSpPr>
        <p:spPr>
          <a:xfrm>
            <a:off x="9879546" y="1607302"/>
            <a:ext cx="2362200" cy="476250"/>
          </a:xfrm>
          <a:custGeom>
            <a:rect l="l" t="t" r="r" b="b"/>
            <a:pathLst>
              <a:path w="2362200" h="476250">
                <a:moveTo>
                  <a:pt x="0" y="0"/>
                </a:moveTo>
                <a:lnTo>
                  <a:pt x="2362200" y="0"/>
                </a:lnTo>
                <a:lnTo>
                  <a:pt x="236220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graphicFrame>
        <p:nvGraphicFramePr>
          <p:cNvPr id="305" name="Table305"/>
          <p:cNvGraphicFramePr>
            <a:graphicFrameLocks noGrp="1"/>
          </p:cNvGraphicFramePr>
          <p:nvPr/>
        </p:nvGraphicFramePr>
        <p:xfrm>
          <a:off x="9927154" y="1654927"/>
          <a:ext cx="2268240" cy="381000"/>
        </p:xfrm>
        <a:graphic>
          <a:graphicData uri="http://schemas.openxmlformats.org/drawingml/2006/table">
            <a:tbl>
              <a:tblPr firstRow="1" bandRow="1">
                <a:tableStyleId>{64FBC6DB-73DC-434B-7582-119283B2C33A}</a:tableStyleId>
              </a:tblPr>
              <a:tblGrid>
                <a:gridCol w="756775"/>
                <a:gridCol w="756193"/>
                <a:gridCol w="755272"/>
              </a:tblGrid>
              <a:tr h="381000">
                <a:tc>
                  <a:txBody>
                    <a:bodyPr/>
                    <a:lstStyle/>
                    <a:p>
                      <a:pPr marL="40878" marR="0" indent="0" eaLnBrk="0">
                        <a:lnSpc>
                          <a:spcPct val="100308"/>
                        </a:lnSpc>
                        <a:spcBef>
                          <a:spcPts val="408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ed</a:t>
                      </a:r>
                    </a:p>
                    <a:p>
                      <a:pPr marL="0" marR="0" indent="0" eaLnBrk="0">
                        <a:lnSpc>
                          <a:spcPct val="7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5953" marR="7144" marT="57428" marB="5358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780"/>
                    </a:solidFill>
                  </a:tcPr>
                </a:tc>
                <a:tc>
                  <a:txBody>
                    <a:bodyPr/>
                    <a:lstStyle/>
                    <a:p>
                      <a:pPr marL="40349" marR="0" indent="0" eaLnBrk="0">
                        <a:lnSpc>
                          <a:spcPct val="100308"/>
                        </a:lnSpc>
                        <a:spcBef>
                          <a:spcPts val="408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l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ow</a:t>
                      </a:r>
                    </a:p>
                    <a:p>
                      <a:pPr marL="0" marR="0" indent="0" eaLnBrk="0">
                        <a:lnSpc>
                          <a:spcPct val="7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7428" marB="5358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BF"/>
                    </a:solidFill>
                  </a:tcPr>
                </a:tc>
                <a:tc>
                  <a:txBody>
                    <a:bodyPr/>
                    <a:lstStyle/>
                    <a:p>
                      <a:pPr marL="40350" marR="0" indent="0" eaLnBrk="0">
                        <a:lnSpc>
                          <a:spcPct val="100308"/>
                        </a:lnSpc>
                        <a:spcBef>
                          <a:spcPts val="408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h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igh</a:t>
                      </a:r>
                    </a:p>
                    <a:p>
                      <a:pPr marL="0" marR="0" indent="0" eaLnBrk="0">
                        <a:lnSpc>
                          <a:spcPct val="7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5953" marT="57427" marB="5357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A4FF"/>
                    </a:solidFill>
                  </a:tcPr>
                </a:tc>
              </a:tr>
            </a:tbl>
          </a:graphicData>
        </a:graphic>
      </p:graphicFrame>
      <p:sp>
        <p:nvSpPr>
          <p:cNvPr id="306" name="VectorPath 306"/>
          <p:cNvSpPr/>
          <p:nvPr/>
        </p:nvSpPr>
        <p:spPr>
          <a:xfrm>
            <a:off x="9894692" y="2167875"/>
            <a:ext cx="2333625" cy="619125"/>
          </a:xfrm>
          <a:custGeom>
            <a:rect l="l" t="t" r="r" b="b"/>
            <a:pathLst>
              <a:path w="2333625" h="619125">
                <a:moveTo>
                  <a:pt x="0" y="0"/>
                </a:moveTo>
                <a:lnTo>
                  <a:pt x="2333625" y="0"/>
                </a:lnTo>
                <a:lnTo>
                  <a:pt x="2333625" y="619125"/>
                </a:lnTo>
                <a:lnTo>
                  <a:pt x="0" y="6191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graphicFrame>
        <p:nvGraphicFramePr>
          <p:cNvPr id="307" name="Table307"/>
          <p:cNvGraphicFramePr>
            <a:graphicFrameLocks noGrp="1"/>
          </p:cNvGraphicFramePr>
          <p:nvPr/>
        </p:nvGraphicFramePr>
        <p:xfrm>
          <a:off x="9942302" y="2215500"/>
          <a:ext cx="2237937" cy="525924"/>
        </p:xfrm>
        <a:graphic>
          <a:graphicData uri="http://schemas.openxmlformats.org/drawingml/2006/table">
            <a:tbl>
              <a:tblPr firstRow="1" bandRow="1">
                <a:tableStyleId>{778CDFC4-25D4-45B9-3712-5EA9D815FE0A}</a:tableStyleId>
              </a:tblPr>
              <a:tblGrid>
                <a:gridCol w="562131"/>
                <a:gridCol w="561050"/>
                <a:gridCol w="560619"/>
                <a:gridCol w="554138"/>
              </a:tblGrid>
              <a:tr h="525924">
                <a:tc>
                  <a:txBody>
                    <a:bodyPr/>
                    <a:lstStyle/>
                    <a:p>
                      <a:pPr marL="42069" marR="0" indent="0" eaLnBrk="0">
                        <a:lnSpc>
                          <a:spcPct val="96875"/>
                        </a:lnSpc>
                        <a:spcBef>
                          <a:spcPts val="354"/>
                        </a:spcBef>
                      </a:pPr>
                      <a:r>
                        <a:rPr lang="en-US" altLang="zh-CN" sz="1200" kern="0" spc="-4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Silver</a:t>
                      </a:r>
                    </a:p>
                    <a:p>
                      <a:pPr marL="0" marR="0" indent="0" eaLnBrk="0">
                        <a:lnSpc>
                          <a:spcPct val="184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5953" marR="7144" marT="50326" marB="5241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8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8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780"/>
                    </a:solidFill>
                  </a:tcPr>
                </a:tc>
                <a:tc>
                  <a:txBody>
                    <a:bodyPr/>
                    <a:lstStyle/>
                    <a:p>
                      <a:pPr marL="40474" marR="0" indent="0" eaLnBrk="0">
                        <a:lnSpc>
                          <a:spcPct val="96875"/>
                        </a:lnSpc>
                        <a:spcBef>
                          <a:spcPts val="354"/>
                        </a:spcBef>
                      </a:pPr>
                      <a:r>
                        <a:rPr lang="en-US" altLang="zh-CN" sz="1200" kern="0" spc="-4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Blue</a:t>
                      </a:r>
                    </a:p>
                    <a:p>
                      <a:pPr marL="0" marR="0" indent="0" eaLnBrk="0">
                        <a:lnSpc>
                          <a:spcPct val="184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0325" marB="5240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BF"/>
                    </a:solidFill>
                  </a:tcPr>
                </a:tc>
                <a:tc>
                  <a:txBody>
                    <a:bodyPr/>
                    <a:lstStyle/>
                    <a:p>
                      <a:pPr marL="40355" marR="0" indent="0" eaLnBrk="0">
                        <a:lnSpc>
                          <a:spcPct val="96875"/>
                        </a:lnSpc>
                        <a:spcBef>
                          <a:spcPts val="354"/>
                        </a:spcBef>
                      </a:pPr>
                      <a:r>
                        <a:rPr lang="en-US" altLang="zh-CN" sz="12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Gold</a:t>
                      </a:r>
                    </a:p>
                    <a:p>
                      <a:pPr marL="0" marR="0" indent="0" eaLnBrk="0">
                        <a:lnSpc>
                          <a:spcPct val="184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0325" marB="5240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A4FF"/>
                    </a:solidFill>
                  </a:tcPr>
                </a:tc>
                <a:tc>
                  <a:txBody>
                    <a:bodyPr/>
                    <a:lstStyle/>
                    <a:p>
                      <a:pPr marL="40377" marR="0" indent="0" eaLnBrk="0">
                        <a:lnSpc>
                          <a:spcPct val="96875"/>
                        </a:lnSpc>
                        <a:spcBef>
                          <a:spcPts val="354"/>
                        </a:spcBef>
                      </a:pPr>
                      <a:r>
                        <a:rPr lang="en-US" altLang="zh-CN" sz="1200" kern="0" spc="-8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Plati…</a:t>
                      </a:r>
                    </a:p>
                    <a:p>
                      <a:pPr marL="0" marR="0" indent="0" eaLnBrk="0">
                        <a:lnSpc>
                          <a:spcPct val="184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5953" marT="50320" marB="5235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BBFF"/>
                    </a:solidFill>
                  </a:tcPr>
                </a:tc>
              </a:tr>
            </a:tbl>
          </a:graphicData>
        </a:graphic>
      </p:graphicFrame>
      <p:grpSp>
        <p:nvGrpSpPr>
          <p:cNvPr id="308" name="Combination 308"/>
          <p:cNvGrpSpPr/>
          <p:nvPr/>
        </p:nvGrpSpPr>
        <p:grpSpPr>
          <a:xfrm>
            <a:off x="9879546" y="2910252"/>
            <a:ext cx="2352675" cy="1828800"/>
            <a:chOff x="9879546" y="2910252"/>
            <a:chExt cx="2352675" cy="1828800"/>
          </a:xfrm>
        </p:grpSpPr>
        <p:sp>
          <p:nvSpPr>
            <p:cNvPr id="309" name="VectorPath 309"/>
            <p:cNvSpPr/>
            <p:nvPr/>
          </p:nvSpPr>
          <p:spPr>
            <a:xfrm>
              <a:off x="9884308" y="2915014"/>
              <a:ext cx="2343150" cy="1819275"/>
            </a:xfrm>
            <a:custGeom>
              <a:rect l="l" t="t" r="r" b="b"/>
              <a:pathLst>
                <a:path w="2343150" h="1819275">
                  <a:moveTo>
                    <a:pt x="2261550" y="290"/>
                  </a:moveTo>
                  <a:cubicBezTo>
                    <a:pt x="2264477" y="724"/>
                    <a:pt x="2267403" y="1159"/>
                    <a:pt x="2270313" y="1739"/>
                  </a:cubicBezTo>
                  <a:lnTo>
                    <a:pt x="2270429" y="1762"/>
                  </a:lnTo>
                  <a:cubicBezTo>
                    <a:pt x="2276217" y="2921"/>
                    <a:pt x="2281836" y="4630"/>
                    <a:pt x="2287286" y="6888"/>
                  </a:cubicBezTo>
                  <a:lnTo>
                    <a:pt x="2287396" y="6933"/>
                  </a:lnTo>
                  <a:cubicBezTo>
                    <a:pt x="2292851" y="9199"/>
                    <a:pt x="2298025" y="11971"/>
                    <a:pt x="2302936" y="15250"/>
                  </a:cubicBezTo>
                  <a:lnTo>
                    <a:pt x="2303035" y="15316"/>
                  </a:lnTo>
                  <a:cubicBezTo>
                    <a:pt x="2307940" y="18601"/>
                    <a:pt x="2312470" y="22330"/>
                    <a:pt x="2316642" y="26503"/>
                  </a:cubicBezTo>
                  <a:lnTo>
                    <a:pt x="2316726" y="26587"/>
                  </a:lnTo>
                  <a:cubicBezTo>
                    <a:pt x="2320902" y="30766"/>
                    <a:pt x="2324618" y="35308"/>
                    <a:pt x="2327901" y="40215"/>
                  </a:cubicBezTo>
                  <a:lnTo>
                    <a:pt x="2327967" y="40314"/>
                  </a:lnTo>
                  <a:cubicBezTo>
                    <a:pt x="2331233" y="45225"/>
                    <a:pt x="2334002" y="50407"/>
                    <a:pt x="2336264" y="55859"/>
                  </a:cubicBezTo>
                  <a:lnTo>
                    <a:pt x="2336309" y="55969"/>
                  </a:lnTo>
                  <a:cubicBezTo>
                    <a:pt x="2338563" y="61424"/>
                    <a:pt x="2340262" y="67046"/>
                    <a:pt x="2341407" y="72834"/>
                  </a:cubicBezTo>
                  <a:lnTo>
                    <a:pt x="2341430" y="72951"/>
                  </a:lnTo>
                  <a:cubicBezTo>
                    <a:pt x="2342569" y="78701"/>
                    <a:pt x="2343142" y="84507"/>
                    <a:pt x="2343150" y="90369"/>
                  </a:cubicBezTo>
                  <a:lnTo>
                    <a:pt x="2343150" y="1728907"/>
                  </a:lnTo>
                  <a:lnTo>
                    <a:pt x="2342860" y="1737674"/>
                  </a:lnTo>
                  <a:cubicBezTo>
                    <a:pt x="2342424" y="1740601"/>
                    <a:pt x="2341988" y="1743528"/>
                    <a:pt x="2341407" y="1746438"/>
                  </a:cubicBezTo>
                  <a:lnTo>
                    <a:pt x="2341384" y="1746554"/>
                  </a:lnTo>
                  <a:cubicBezTo>
                    <a:pt x="2340232" y="1752342"/>
                    <a:pt x="2338525" y="1757961"/>
                    <a:pt x="2336264" y="1763411"/>
                  </a:cubicBezTo>
                  <a:lnTo>
                    <a:pt x="2336219" y="1763521"/>
                  </a:lnTo>
                  <a:cubicBezTo>
                    <a:pt x="2333950" y="1768976"/>
                    <a:pt x="2331174" y="1774150"/>
                    <a:pt x="2327901" y="1779060"/>
                  </a:cubicBezTo>
                  <a:lnTo>
                    <a:pt x="2327835" y="1779159"/>
                  </a:lnTo>
                  <a:cubicBezTo>
                    <a:pt x="2324545" y="1784065"/>
                    <a:pt x="2320824" y="1788595"/>
                    <a:pt x="2316642" y="1792767"/>
                  </a:cubicBezTo>
                  <a:lnTo>
                    <a:pt x="2316558" y="1792851"/>
                  </a:lnTo>
                  <a:cubicBezTo>
                    <a:pt x="2312381" y="1797027"/>
                    <a:pt x="2307846" y="1800743"/>
                    <a:pt x="2302936" y="1804026"/>
                  </a:cubicBezTo>
                  <a:lnTo>
                    <a:pt x="2302836" y="1804091"/>
                  </a:lnTo>
                  <a:cubicBezTo>
                    <a:pt x="2297923" y="1807358"/>
                    <a:pt x="2292745" y="1810127"/>
                    <a:pt x="2287286" y="1812388"/>
                  </a:cubicBezTo>
                  <a:lnTo>
                    <a:pt x="2287176" y="1812434"/>
                  </a:lnTo>
                  <a:cubicBezTo>
                    <a:pt x="2281725" y="1814688"/>
                    <a:pt x="2276103" y="1816387"/>
                    <a:pt x="2270313" y="1817532"/>
                  </a:cubicBezTo>
                  <a:lnTo>
                    <a:pt x="2270196" y="1817555"/>
                  </a:lnTo>
                  <a:cubicBezTo>
                    <a:pt x="2264453" y="1818694"/>
                    <a:pt x="2258645" y="1819267"/>
                    <a:pt x="2252782" y="1819275"/>
                  </a:cubicBezTo>
                  <a:lnTo>
                    <a:pt x="90369" y="1819275"/>
                  </a:lnTo>
                  <a:lnTo>
                    <a:pt x="81604" y="1818985"/>
                  </a:lnTo>
                  <a:cubicBezTo>
                    <a:pt x="78676" y="1818549"/>
                    <a:pt x="75748" y="1818113"/>
                    <a:pt x="72834" y="1817532"/>
                  </a:cubicBezTo>
                  <a:lnTo>
                    <a:pt x="72718" y="1817509"/>
                  </a:lnTo>
                  <a:cubicBezTo>
                    <a:pt x="66932" y="1816357"/>
                    <a:pt x="61312" y="1814650"/>
                    <a:pt x="55859" y="1812388"/>
                  </a:cubicBezTo>
                  <a:lnTo>
                    <a:pt x="55749" y="1812343"/>
                  </a:lnTo>
                  <a:cubicBezTo>
                    <a:pt x="50301" y="1810075"/>
                    <a:pt x="45123" y="1807299"/>
                    <a:pt x="40215" y="1804026"/>
                  </a:cubicBezTo>
                  <a:lnTo>
                    <a:pt x="40116" y="1803959"/>
                  </a:lnTo>
                  <a:cubicBezTo>
                    <a:pt x="35214" y="1800671"/>
                    <a:pt x="30676" y="1796949"/>
                    <a:pt x="26503" y="1792767"/>
                  </a:cubicBezTo>
                  <a:lnTo>
                    <a:pt x="26419" y="1792683"/>
                  </a:lnTo>
                  <a:cubicBezTo>
                    <a:pt x="22252" y="1788506"/>
                    <a:pt x="18529" y="1783971"/>
                    <a:pt x="15249" y="1779060"/>
                  </a:cubicBezTo>
                  <a:lnTo>
                    <a:pt x="15184" y="1778962"/>
                  </a:lnTo>
                  <a:cubicBezTo>
                    <a:pt x="11912" y="1774047"/>
                    <a:pt x="9147" y="1768870"/>
                    <a:pt x="6888" y="1763411"/>
                  </a:cubicBezTo>
                  <a:lnTo>
                    <a:pt x="6842" y="1763301"/>
                  </a:lnTo>
                  <a:cubicBezTo>
                    <a:pt x="4591" y="1757849"/>
                    <a:pt x="2890" y="1752228"/>
                    <a:pt x="1739" y="1746438"/>
                  </a:cubicBezTo>
                  <a:lnTo>
                    <a:pt x="1715" y="1746321"/>
                  </a:lnTo>
                  <a:cubicBezTo>
                    <a:pt x="580" y="1740578"/>
                    <a:pt x="8" y="1734770"/>
                    <a:pt x="0" y="1728907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5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4" y="55750"/>
                  </a:lnTo>
                  <a:cubicBezTo>
                    <a:pt x="9199" y="50301"/>
                    <a:pt x="11971" y="45122"/>
                    <a:pt x="15249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8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22527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310" name="VectorPath 310"/>
            <p:cNvSpPr/>
            <p:nvPr/>
          </p:nvSpPr>
          <p:spPr>
            <a:xfrm>
              <a:off x="9879546" y="2910252"/>
              <a:ext cx="2352675" cy="1828800"/>
            </a:xfrm>
            <a:custGeom>
              <a:rect l="l" t="t" r="r" b="b"/>
              <a:pathLst>
                <a:path w="2352675" h="1828800">
                  <a:moveTo>
                    <a:pt x="4763" y="1733550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3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2257425" y="4763"/>
                  </a:lnTo>
                  <a:cubicBezTo>
                    <a:pt x="2263369" y="4763"/>
                    <a:pt x="2269255" y="5342"/>
                    <a:pt x="2275075" y="6501"/>
                  </a:cubicBezTo>
                  <a:cubicBezTo>
                    <a:pt x="2280904" y="7660"/>
                    <a:pt x="2286562" y="9377"/>
                    <a:pt x="2292049" y="11650"/>
                  </a:cubicBezTo>
                  <a:cubicBezTo>
                    <a:pt x="2297544" y="13924"/>
                    <a:pt x="2302754" y="16711"/>
                    <a:pt x="2307698" y="20012"/>
                  </a:cubicBezTo>
                  <a:cubicBezTo>
                    <a:pt x="2312642" y="23313"/>
                    <a:pt x="2317204" y="27064"/>
                    <a:pt x="2321404" y="31266"/>
                  </a:cubicBezTo>
                  <a:cubicBezTo>
                    <a:pt x="2325615" y="35467"/>
                    <a:pt x="2329358" y="40037"/>
                    <a:pt x="2332663" y="44978"/>
                  </a:cubicBezTo>
                  <a:cubicBezTo>
                    <a:pt x="2335958" y="49918"/>
                    <a:pt x="2338750" y="55133"/>
                    <a:pt x="2341026" y="60622"/>
                  </a:cubicBezTo>
                  <a:cubicBezTo>
                    <a:pt x="2343302" y="66111"/>
                    <a:pt x="2345017" y="71769"/>
                    <a:pt x="2346169" y="77597"/>
                  </a:cubicBezTo>
                  <a:cubicBezTo>
                    <a:pt x="2347331" y="83424"/>
                    <a:pt x="2347913" y="89309"/>
                    <a:pt x="2347913" y="95250"/>
                  </a:cubicBezTo>
                  <a:lnTo>
                    <a:pt x="2347913" y="1733550"/>
                  </a:lnTo>
                  <a:cubicBezTo>
                    <a:pt x="2347913" y="1739494"/>
                    <a:pt x="2347331" y="1745380"/>
                    <a:pt x="2346169" y="1751200"/>
                  </a:cubicBezTo>
                  <a:cubicBezTo>
                    <a:pt x="2345017" y="1757029"/>
                    <a:pt x="2343302" y="1762687"/>
                    <a:pt x="2341026" y="1768174"/>
                  </a:cubicBezTo>
                  <a:cubicBezTo>
                    <a:pt x="2338750" y="1773669"/>
                    <a:pt x="2335958" y="1778879"/>
                    <a:pt x="2332663" y="1783823"/>
                  </a:cubicBezTo>
                  <a:cubicBezTo>
                    <a:pt x="2329358" y="1788766"/>
                    <a:pt x="2325615" y="1793329"/>
                    <a:pt x="2321404" y="1797529"/>
                  </a:cubicBezTo>
                  <a:cubicBezTo>
                    <a:pt x="2317204" y="1801740"/>
                    <a:pt x="2312642" y="1805483"/>
                    <a:pt x="2307698" y="1808788"/>
                  </a:cubicBezTo>
                  <a:cubicBezTo>
                    <a:pt x="2302754" y="1812084"/>
                    <a:pt x="2297544" y="1814875"/>
                    <a:pt x="2292049" y="1817151"/>
                  </a:cubicBezTo>
                  <a:cubicBezTo>
                    <a:pt x="2286562" y="1819427"/>
                    <a:pt x="2280904" y="1821142"/>
                    <a:pt x="2275075" y="1822294"/>
                  </a:cubicBezTo>
                  <a:cubicBezTo>
                    <a:pt x="2269255" y="1823457"/>
                    <a:pt x="2263369" y="1824038"/>
                    <a:pt x="2257425" y="1824038"/>
                  </a:cubicBezTo>
                  <a:lnTo>
                    <a:pt x="95250" y="1824038"/>
                  </a:lnTo>
                  <a:cubicBezTo>
                    <a:pt x="89309" y="1824038"/>
                    <a:pt x="83424" y="1823457"/>
                    <a:pt x="77597" y="1822294"/>
                  </a:cubicBezTo>
                  <a:cubicBezTo>
                    <a:pt x="71769" y="1821142"/>
                    <a:pt x="66111" y="1819427"/>
                    <a:pt x="60622" y="1817151"/>
                  </a:cubicBezTo>
                  <a:cubicBezTo>
                    <a:pt x="55133" y="1814875"/>
                    <a:pt x="49918" y="1812084"/>
                    <a:pt x="44978" y="1808788"/>
                  </a:cubicBezTo>
                  <a:cubicBezTo>
                    <a:pt x="40038" y="1805483"/>
                    <a:pt x="35467" y="1801740"/>
                    <a:pt x="31266" y="1797529"/>
                  </a:cubicBezTo>
                  <a:cubicBezTo>
                    <a:pt x="27064" y="1793329"/>
                    <a:pt x="23313" y="1788766"/>
                    <a:pt x="20013" y="1783823"/>
                  </a:cubicBezTo>
                  <a:cubicBezTo>
                    <a:pt x="16711" y="1778879"/>
                    <a:pt x="13924" y="1773669"/>
                    <a:pt x="11650" y="1768174"/>
                  </a:cubicBezTo>
                  <a:cubicBezTo>
                    <a:pt x="9377" y="1762687"/>
                    <a:pt x="7660" y="1757029"/>
                    <a:pt x="6501" y="1751200"/>
                  </a:cubicBezTo>
                  <a:cubicBezTo>
                    <a:pt x="5342" y="1745380"/>
                    <a:pt x="4763" y="1739494"/>
                    <a:pt x="4763" y="173355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311" name="8373817C-630B-4877-F21E-D08967F38005"/>
          <p:cNvPicPr>
            <a:picLocks noChangeAspect="1"/>
          </p:cNvPicPr>
          <p:nvPr/>
        </p:nvPicPr>
        <p:blipFill>
          <a:blip r:embed="rId40" cstate="print">
            <a:extLst>
              <a:ext uri="{BEA304FA-7848-43D2-150C-0046DAFCBCB1}"/>
            </a:extLst>
          </a:blip>
          <a:srcRect/>
          <a:stretch>
            <a:fillRect/>
          </a:stretch>
        </p:blipFill>
        <p:spPr>
          <a:xfrm>
            <a:off x="10041116" y="2984026"/>
            <a:ext cx="2047875" cy="152400"/>
          </a:xfrm>
          <a:prstGeom prst="rect">
            <a:avLst/>
          </a:prstGeom>
        </p:spPr>
      </p:pic>
      <p:grpSp>
        <p:nvGrpSpPr>
          <p:cNvPr id="312" name="Combination 312"/>
          <p:cNvGrpSpPr/>
          <p:nvPr/>
        </p:nvGrpSpPr>
        <p:grpSpPr>
          <a:xfrm>
            <a:off x="10612954" y="3336934"/>
            <a:ext cx="1074639" cy="990128"/>
            <a:chOff x="10612954" y="3336934"/>
            <a:chExt cx="1074639" cy="990128"/>
          </a:xfrm>
        </p:grpSpPr>
        <p:sp>
          <p:nvSpPr>
            <p:cNvPr id="313" name="VectorPath 313"/>
            <p:cNvSpPr/>
            <p:nvPr/>
          </p:nvSpPr>
          <p:spPr>
            <a:xfrm>
              <a:off x="10612954" y="3336934"/>
              <a:ext cx="1074639" cy="152400"/>
            </a:xfrm>
            <a:custGeom>
              <a:rect l="l" t="t" r="r" b="b"/>
              <a:pathLst>
                <a:path w="1074639" h="152400">
                  <a:moveTo>
                    <a:pt x="0" y="0"/>
                  </a:moveTo>
                  <a:lnTo>
                    <a:pt x="1074639" y="0"/>
                  </a:lnTo>
                  <a:lnTo>
                    <a:pt x="1074639" y="152400"/>
                  </a:lnTo>
                  <a:lnTo>
                    <a:pt x="0" y="152400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14" name="VectorPath 314"/>
            <p:cNvSpPr/>
            <p:nvPr/>
          </p:nvSpPr>
          <p:spPr>
            <a:xfrm>
              <a:off x="10612954" y="3546365"/>
              <a:ext cx="742778" cy="152400"/>
            </a:xfrm>
            <a:custGeom>
              <a:rect l="l" t="t" r="r" b="b"/>
              <a:pathLst>
                <a:path w="742778" h="152400">
                  <a:moveTo>
                    <a:pt x="0" y="0"/>
                  </a:moveTo>
                  <a:lnTo>
                    <a:pt x="742778" y="0"/>
                  </a:lnTo>
                  <a:lnTo>
                    <a:pt x="742778" y="152400"/>
                  </a:lnTo>
                  <a:lnTo>
                    <a:pt x="0" y="152400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15" name="VectorPath 315"/>
            <p:cNvSpPr/>
            <p:nvPr/>
          </p:nvSpPr>
          <p:spPr>
            <a:xfrm>
              <a:off x="10612954" y="3755798"/>
              <a:ext cx="727642" cy="152400"/>
            </a:xfrm>
            <a:custGeom>
              <a:rect l="l" t="t" r="r" b="b"/>
              <a:pathLst>
                <a:path w="727642" h="152400">
                  <a:moveTo>
                    <a:pt x="0" y="0"/>
                  </a:moveTo>
                  <a:lnTo>
                    <a:pt x="727642" y="0"/>
                  </a:lnTo>
                  <a:lnTo>
                    <a:pt x="727642" y="152400"/>
                  </a:lnTo>
                  <a:lnTo>
                    <a:pt x="0" y="152400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16" name="VectorPath 316"/>
            <p:cNvSpPr/>
            <p:nvPr/>
          </p:nvSpPr>
          <p:spPr>
            <a:xfrm>
              <a:off x="10612954" y="3965230"/>
              <a:ext cx="669027" cy="152400"/>
            </a:xfrm>
            <a:custGeom>
              <a:rect l="l" t="t" r="r" b="b"/>
              <a:pathLst>
                <a:path w="669027" h="152400">
                  <a:moveTo>
                    <a:pt x="0" y="0"/>
                  </a:moveTo>
                  <a:lnTo>
                    <a:pt x="669027" y="0"/>
                  </a:lnTo>
                  <a:lnTo>
                    <a:pt x="669027" y="152400"/>
                  </a:lnTo>
                  <a:lnTo>
                    <a:pt x="0" y="152400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17" name="VectorPath 317"/>
            <p:cNvSpPr/>
            <p:nvPr/>
          </p:nvSpPr>
          <p:spPr>
            <a:xfrm>
              <a:off x="10612954" y="4174662"/>
              <a:ext cx="643645" cy="152400"/>
            </a:xfrm>
            <a:custGeom>
              <a:rect l="l" t="t" r="r" b="b"/>
              <a:pathLst>
                <a:path w="643645" h="152400">
                  <a:moveTo>
                    <a:pt x="0" y="0"/>
                  </a:moveTo>
                  <a:lnTo>
                    <a:pt x="643645" y="0"/>
                  </a:lnTo>
                  <a:lnTo>
                    <a:pt x="643645" y="152400"/>
                  </a:lnTo>
                  <a:lnTo>
                    <a:pt x="0" y="152400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</p:grpSp>
      <p:pic>
        <p:nvPicPr>
          <p:cNvPr id="318" name="B88523D8-9302-4565-1DA2-42CF83A9883D"/>
          <p:cNvPicPr>
            <a:picLocks noChangeAspect="1"/>
          </p:cNvPicPr>
          <p:nvPr/>
        </p:nvPicPr>
        <p:blipFill>
          <a:blip r:embed="rId41" cstate="print">
            <a:extLst>
              <a:ext uri="{72F3970D-9A60-4926-E8A1-CC8B6CB1CCD6}"/>
            </a:extLst>
          </a:blip>
          <a:srcRect/>
          <a:stretch>
            <a:fillRect/>
          </a:stretch>
        </p:blipFill>
        <p:spPr>
          <a:xfrm>
            <a:off x="12065966" y="3253161"/>
            <a:ext cx="95250" cy="1181100"/>
          </a:xfrm>
          <a:prstGeom prst="rect">
            <a:avLst/>
          </a:prstGeom>
        </p:spPr>
      </p:pic>
      <p:sp>
        <p:nvSpPr>
          <p:cNvPr id="319" name="TextBox319"/>
          <p:cNvSpPr txBox="1"/>
          <p:nvPr/>
        </p:nvSpPr>
        <p:spPr>
          <a:xfrm>
            <a:off x="10039834" y="2933021"/>
            <a:ext cx="2046523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8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xp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_T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ype</a:t>
            </a:r>
          </a:p>
        </p:txBody>
      </p:sp>
      <p:sp>
        <p:nvSpPr>
          <p:cNvPr id="320" name="TextBox320"/>
          <p:cNvSpPr txBox="1"/>
          <p:nvPr/>
        </p:nvSpPr>
        <p:spPr>
          <a:xfrm>
            <a:off x="10085806" y="3345501"/>
            <a:ext cx="441165" cy="974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244226" eaLnBrk="0" algn="r">
              <a:lnSpc>
                <a:spcPct val="142129"/>
              </a:lnSpc>
            </a:pPr>
            <a:r>
              <a:rPr lang="en-US" altLang="zh-CN" sz="900" kern="0" spc="-2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Bills</a:t>
            </a:r>
            <a:r>
              <a:rPr baseline="0" lang="en-US" altLang="zh-CN" sz="9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5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Enterta…</a:t>
            </a:r>
            <a:r>
              <a:rPr baseline="0" lang="en-US" altLang="zh-CN" sz="9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Fuel</a:t>
            </a:r>
            <a:r>
              <a:rPr baseline="0" lang="en-US" altLang="zh-CN" sz="9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Grocery</a:t>
            </a:r>
            <a:r>
              <a:rPr baseline="0" lang="en-US" altLang="zh-CN" sz="9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4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Food</a:t>
            </a:r>
          </a:p>
        </p:txBody>
      </p:sp>
      <p:sp>
        <p:nvSpPr>
          <p:cNvPr id="321" name="TextBox321"/>
          <p:cNvSpPr txBox="1"/>
          <p:nvPr/>
        </p:nvSpPr>
        <p:spPr>
          <a:xfrm>
            <a:off x="11332940" y="3341335"/>
            <a:ext cx="324872" cy="974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2739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14M</a:t>
            </a:r>
          </a:p>
          <a:p>
            <a:pPr marL="0" marR="0" indent="0" eaLnBrk="0">
              <a:lnSpc>
                <a:spcPct val="4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13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10M</a:t>
            </a:r>
          </a:p>
          <a:p>
            <a:pPr marL="0" marR="0" indent="0" eaLnBrk="0">
              <a:lnSpc>
                <a:spcPct val="4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4003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9M</a:t>
            </a:r>
          </a:p>
          <a:p>
            <a:pPr marL="0" marR="0" indent="0" eaLnBrk="0">
              <a:lnSpc>
                <a:spcPct val="4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539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9M</a:t>
            </a:r>
          </a:p>
          <a:p>
            <a:pPr marL="0" marR="0" indent="0" eaLnBrk="0">
              <a:lnSpc>
                <a:spcPct val="4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8M</a:t>
            </a:r>
          </a:p>
        </p:txBody>
      </p:sp>
      <p:pic>
        <p:nvPicPr>
          <p:cNvPr id="322" name="D76A5A62-3755-4043-AB81-3AB5C04E417C"/>
          <p:cNvPicPr>
            <a:picLocks noChangeAspect="1"/>
          </p:cNvPicPr>
          <p:nvPr/>
        </p:nvPicPr>
        <p:blipFill>
          <a:blip r:embed="rId42" cstate="print">
            <a:extLst>
              <a:ext uri="{987FD053-CF28-40D8-F67C-8E1D8CD39300}"/>
            </a:extLst>
          </a:blip>
          <a:srcRect/>
          <a:stretch>
            <a:fillRect/>
          </a:stretch>
        </p:blipFill>
        <p:spPr>
          <a:xfrm>
            <a:off x="12061204" y="3248399"/>
            <a:ext cx="95250" cy="990600"/>
          </a:xfrm>
          <a:prstGeom prst="rect">
            <a:avLst/>
          </a:prstGeom>
        </p:spPr>
      </p:pic>
      <p:sp>
        <p:nvSpPr>
          <p:cNvPr id="323" name="TextBox323"/>
          <p:cNvSpPr txBox="1"/>
          <p:nvPr/>
        </p:nvSpPr>
        <p:spPr>
          <a:xfrm>
            <a:off x="10535586" y="4457025"/>
            <a:ext cx="164135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0M</a:t>
            </a:r>
          </a:p>
        </p:txBody>
      </p:sp>
      <p:sp>
        <p:nvSpPr>
          <p:cNvPr id="324" name="TextBox324"/>
          <p:cNvSpPr txBox="1"/>
          <p:nvPr/>
        </p:nvSpPr>
        <p:spPr>
          <a:xfrm>
            <a:off x="11284914" y="4457025"/>
            <a:ext cx="225743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10M</a:t>
            </a:r>
          </a:p>
        </p:txBody>
      </p:sp>
      <p:grpSp>
        <p:nvGrpSpPr>
          <p:cNvPr id="325" name="Combination 325"/>
          <p:cNvGrpSpPr/>
          <p:nvPr/>
        </p:nvGrpSpPr>
        <p:grpSpPr>
          <a:xfrm>
            <a:off x="9879546" y="4849521"/>
            <a:ext cx="2352675" cy="2095500"/>
            <a:chOff x="9879546" y="4849521"/>
            <a:chExt cx="2352675" cy="2095500"/>
          </a:xfrm>
        </p:grpSpPr>
        <p:sp>
          <p:nvSpPr>
            <p:cNvPr id="326" name="VectorPath 326"/>
            <p:cNvSpPr/>
            <p:nvPr/>
          </p:nvSpPr>
          <p:spPr>
            <a:xfrm>
              <a:off x="9884308" y="4854283"/>
              <a:ext cx="2343150" cy="2085975"/>
            </a:xfrm>
            <a:custGeom>
              <a:rect l="l" t="t" r="r" b="b"/>
              <a:pathLst>
                <a:path w="2343150" h="2085975">
                  <a:moveTo>
                    <a:pt x="2261550" y="290"/>
                  </a:moveTo>
                  <a:cubicBezTo>
                    <a:pt x="2264477" y="725"/>
                    <a:pt x="2267403" y="1159"/>
                    <a:pt x="2270313" y="1739"/>
                  </a:cubicBezTo>
                  <a:lnTo>
                    <a:pt x="2270429" y="1762"/>
                  </a:lnTo>
                  <a:cubicBezTo>
                    <a:pt x="2276217" y="2921"/>
                    <a:pt x="2281836" y="4629"/>
                    <a:pt x="2287286" y="6888"/>
                  </a:cubicBezTo>
                  <a:lnTo>
                    <a:pt x="2287396" y="6933"/>
                  </a:lnTo>
                  <a:cubicBezTo>
                    <a:pt x="2292851" y="9199"/>
                    <a:pt x="2298025" y="11971"/>
                    <a:pt x="2302936" y="15250"/>
                  </a:cubicBezTo>
                  <a:lnTo>
                    <a:pt x="2303035" y="15316"/>
                  </a:lnTo>
                  <a:cubicBezTo>
                    <a:pt x="2307940" y="18601"/>
                    <a:pt x="2312470" y="22330"/>
                    <a:pt x="2316642" y="26503"/>
                  </a:cubicBezTo>
                  <a:lnTo>
                    <a:pt x="2316726" y="26587"/>
                  </a:lnTo>
                  <a:cubicBezTo>
                    <a:pt x="2320902" y="30765"/>
                    <a:pt x="2324618" y="35308"/>
                    <a:pt x="2327901" y="40215"/>
                  </a:cubicBezTo>
                  <a:lnTo>
                    <a:pt x="2327967" y="40314"/>
                  </a:lnTo>
                  <a:cubicBezTo>
                    <a:pt x="2331233" y="45225"/>
                    <a:pt x="2334002" y="50407"/>
                    <a:pt x="2336264" y="55859"/>
                  </a:cubicBezTo>
                  <a:lnTo>
                    <a:pt x="2336309" y="55969"/>
                  </a:lnTo>
                  <a:cubicBezTo>
                    <a:pt x="2338563" y="61424"/>
                    <a:pt x="2340262" y="67046"/>
                    <a:pt x="2341407" y="72834"/>
                  </a:cubicBezTo>
                  <a:lnTo>
                    <a:pt x="2341430" y="72951"/>
                  </a:lnTo>
                  <a:cubicBezTo>
                    <a:pt x="2342569" y="78701"/>
                    <a:pt x="2343142" y="84507"/>
                    <a:pt x="2343150" y="90369"/>
                  </a:cubicBezTo>
                  <a:lnTo>
                    <a:pt x="2343150" y="1995606"/>
                  </a:lnTo>
                  <a:lnTo>
                    <a:pt x="2342860" y="2004374"/>
                  </a:lnTo>
                  <a:cubicBezTo>
                    <a:pt x="2342424" y="2007301"/>
                    <a:pt x="2341988" y="2010228"/>
                    <a:pt x="2341407" y="2013138"/>
                  </a:cubicBezTo>
                  <a:lnTo>
                    <a:pt x="2341384" y="2013254"/>
                  </a:lnTo>
                  <a:cubicBezTo>
                    <a:pt x="2340232" y="2019042"/>
                    <a:pt x="2338525" y="2024661"/>
                    <a:pt x="2336264" y="2030111"/>
                  </a:cubicBezTo>
                  <a:lnTo>
                    <a:pt x="2336219" y="2030221"/>
                  </a:lnTo>
                  <a:cubicBezTo>
                    <a:pt x="2333950" y="2035676"/>
                    <a:pt x="2331174" y="2040850"/>
                    <a:pt x="2327901" y="2045761"/>
                  </a:cubicBezTo>
                  <a:lnTo>
                    <a:pt x="2327835" y="2045859"/>
                  </a:lnTo>
                  <a:cubicBezTo>
                    <a:pt x="2324545" y="2050765"/>
                    <a:pt x="2320824" y="2055294"/>
                    <a:pt x="2316642" y="2059467"/>
                  </a:cubicBezTo>
                  <a:lnTo>
                    <a:pt x="2316558" y="2059551"/>
                  </a:lnTo>
                  <a:cubicBezTo>
                    <a:pt x="2312381" y="2063727"/>
                    <a:pt x="2307846" y="2067442"/>
                    <a:pt x="2302936" y="2070726"/>
                  </a:cubicBezTo>
                  <a:lnTo>
                    <a:pt x="2302836" y="2070792"/>
                  </a:lnTo>
                  <a:cubicBezTo>
                    <a:pt x="2297923" y="2074058"/>
                    <a:pt x="2292745" y="2076827"/>
                    <a:pt x="2287286" y="2079089"/>
                  </a:cubicBezTo>
                  <a:lnTo>
                    <a:pt x="2287176" y="2079134"/>
                  </a:lnTo>
                  <a:cubicBezTo>
                    <a:pt x="2281725" y="2081388"/>
                    <a:pt x="2276103" y="2083087"/>
                    <a:pt x="2270313" y="2084232"/>
                  </a:cubicBezTo>
                  <a:lnTo>
                    <a:pt x="2270196" y="2084255"/>
                  </a:lnTo>
                  <a:cubicBezTo>
                    <a:pt x="2264453" y="2085394"/>
                    <a:pt x="2258645" y="2085967"/>
                    <a:pt x="2252782" y="2085975"/>
                  </a:cubicBezTo>
                  <a:lnTo>
                    <a:pt x="90369" y="2085975"/>
                  </a:lnTo>
                  <a:lnTo>
                    <a:pt x="81604" y="2085685"/>
                  </a:lnTo>
                  <a:cubicBezTo>
                    <a:pt x="78676" y="2085249"/>
                    <a:pt x="75748" y="2084813"/>
                    <a:pt x="72834" y="2084232"/>
                  </a:cubicBezTo>
                  <a:lnTo>
                    <a:pt x="72718" y="2084209"/>
                  </a:lnTo>
                  <a:cubicBezTo>
                    <a:pt x="66932" y="2083057"/>
                    <a:pt x="61312" y="2081350"/>
                    <a:pt x="55859" y="2079089"/>
                  </a:cubicBezTo>
                  <a:lnTo>
                    <a:pt x="55749" y="2079043"/>
                  </a:lnTo>
                  <a:cubicBezTo>
                    <a:pt x="50301" y="2076774"/>
                    <a:pt x="45123" y="2073999"/>
                    <a:pt x="40215" y="2070726"/>
                  </a:cubicBezTo>
                  <a:lnTo>
                    <a:pt x="40116" y="2070659"/>
                  </a:lnTo>
                  <a:cubicBezTo>
                    <a:pt x="35214" y="2067370"/>
                    <a:pt x="30676" y="2063649"/>
                    <a:pt x="26503" y="2059467"/>
                  </a:cubicBezTo>
                  <a:lnTo>
                    <a:pt x="26419" y="2059383"/>
                  </a:lnTo>
                  <a:cubicBezTo>
                    <a:pt x="22252" y="2055206"/>
                    <a:pt x="18529" y="2050671"/>
                    <a:pt x="15249" y="2045761"/>
                  </a:cubicBezTo>
                  <a:lnTo>
                    <a:pt x="15184" y="2045662"/>
                  </a:lnTo>
                  <a:cubicBezTo>
                    <a:pt x="11912" y="2040747"/>
                    <a:pt x="9147" y="2035570"/>
                    <a:pt x="6888" y="2030111"/>
                  </a:cubicBezTo>
                  <a:lnTo>
                    <a:pt x="6842" y="2030001"/>
                  </a:lnTo>
                  <a:cubicBezTo>
                    <a:pt x="4591" y="2024549"/>
                    <a:pt x="2890" y="2018928"/>
                    <a:pt x="1739" y="2013138"/>
                  </a:cubicBezTo>
                  <a:lnTo>
                    <a:pt x="1715" y="2013021"/>
                  </a:lnTo>
                  <a:cubicBezTo>
                    <a:pt x="580" y="2007278"/>
                    <a:pt x="8" y="2001470"/>
                    <a:pt x="0" y="1995606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5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4" y="55750"/>
                  </a:lnTo>
                  <a:cubicBezTo>
                    <a:pt x="9199" y="50301"/>
                    <a:pt x="11971" y="45123"/>
                    <a:pt x="15249" y="40215"/>
                  </a:cubicBezTo>
                  <a:lnTo>
                    <a:pt x="15316" y="40116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8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7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80"/>
                    <a:pt x="84507" y="8"/>
                    <a:pt x="90369" y="0"/>
                  </a:cubicBezTo>
                  <a:lnTo>
                    <a:pt x="22527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327" name="VectorPath 327"/>
            <p:cNvSpPr/>
            <p:nvPr/>
          </p:nvSpPr>
          <p:spPr>
            <a:xfrm>
              <a:off x="9879546" y="4849521"/>
              <a:ext cx="2352675" cy="2095500"/>
            </a:xfrm>
            <a:custGeom>
              <a:rect l="l" t="t" r="r" b="b"/>
              <a:pathLst>
                <a:path w="2352675" h="2095500">
                  <a:moveTo>
                    <a:pt x="4763" y="2000250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3" y="44978"/>
                  </a:cubicBezTo>
                  <a:cubicBezTo>
                    <a:pt x="23313" y="40038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2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2257425" y="4763"/>
                  </a:lnTo>
                  <a:cubicBezTo>
                    <a:pt x="2263369" y="4763"/>
                    <a:pt x="2269255" y="5342"/>
                    <a:pt x="2275075" y="6501"/>
                  </a:cubicBezTo>
                  <a:cubicBezTo>
                    <a:pt x="2280904" y="7660"/>
                    <a:pt x="2286562" y="9377"/>
                    <a:pt x="2292049" y="11650"/>
                  </a:cubicBezTo>
                  <a:cubicBezTo>
                    <a:pt x="2297544" y="13924"/>
                    <a:pt x="2302754" y="16712"/>
                    <a:pt x="2307698" y="20012"/>
                  </a:cubicBezTo>
                  <a:cubicBezTo>
                    <a:pt x="2312642" y="23313"/>
                    <a:pt x="2317204" y="27064"/>
                    <a:pt x="2321404" y="31266"/>
                  </a:cubicBezTo>
                  <a:cubicBezTo>
                    <a:pt x="2325615" y="35467"/>
                    <a:pt x="2329358" y="40038"/>
                    <a:pt x="2332663" y="44978"/>
                  </a:cubicBezTo>
                  <a:cubicBezTo>
                    <a:pt x="2335958" y="49918"/>
                    <a:pt x="2338750" y="55133"/>
                    <a:pt x="2341026" y="60622"/>
                  </a:cubicBezTo>
                  <a:cubicBezTo>
                    <a:pt x="2343302" y="66111"/>
                    <a:pt x="2345017" y="71769"/>
                    <a:pt x="2346169" y="77597"/>
                  </a:cubicBezTo>
                  <a:cubicBezTo>
                    <a:pt x="2347331" y="83424"/>
                    <a:pt x="2347913" y="89309"/>
                    <a:pt x="2347913" y="95250"/>
                  </a:cubicBezTo>
                  <a:lnTo>
                    <a:pt x="2347913" y="2000250"/>
                  </a:lnTo>
                  <a:cubicBezTo>
                    <a:pt x="2347913" y="2006194"/>
                    <a:pt x="2347331" y="2012080"/>
                    <a:pt x="2346169" y="2017900"/>
                  </a:cubicBezTo>
                  <a:cubicBezTo>
                    <a:pt x="2345017" y="2023729"/>
                    <a:pt x="2343302" y="2029387"/>
                    <a:pt x="2341026" y="2034874"/>
                  </a:cubicBezTo>
                  <a:cubicBezTo>
                    <a:pt x="2338750" y="2040369"/>
                    <a:pt x="2335958" y="2045580"/>
                    <a:pt x="2332663" y="2050523"/>
                  </a:cubicBezTo>
                  <a:cubicBezTo>
                    <a:pt x="2329358" y="2055467"/>
                    <a:pt x="2325615" y="2060029"/>
                    <a:pt x="2321404" y="2064229"/>
                  </a:cubicBezTo>
                  <a:cubicBezTo>
                    <a:pt x="2317204" y="2068440"/>
                    <a:pt x="2312642" y="2072183"/>
                    <a:pt x="2307698" y="2075488"/>
                  </a:cubicBezTo>
                  <a:cubicBezTo>
                    <a:pt x="2302754" y="2078784"/>
                    <a:pt x="2297544" y="2081575"/>
                    <a:pt x="2292049" y="2083851"/>
                  </a:cubicBezTo>
                  <a:cubicBezTo>
                    <a:pt x="2286562" y="2086127"/>
                    <a:pt x="2280904" y="2087842"/>
                    <a:pt x="2275075" y="2088995"/>
                  </a:cubicBezTo>
                  <a:cubicBezTo>
                    <a:pt x="2269255" y="2090156"/>
                    <a:pt x="2263369" y="2090737"/>
                    <a:pt x="2257425" y="2090737"/>
                  </a:cubicBezTo>
                  <a:lnTo>
                    <a:pt x="95250" y="2090737"/>
                  </a:lnTo>
                  <a:cubicBezTo>
                    <a:pt x="89309" y="2090737"/>
                    <a:pt x="83424" y="2090156"/>
                    <a:pt x="77597" y="2088995"/>
                  </a:cubicBezTo>
                  <a:cubicBezTo>
                    <a:pt x="71769" y="2087842"/>
                    <a:pt x="66111" y="2086127"/>
                    <a:pt x="60622" y="2083851"/>
                  </a:cubicBezTo>
                  <a:cubicBezTo>
                    <a:pt x="55133" y="2081575"/>
                    <a:pt x="49918" y="2078784"/>
                    <a:pt x="44978" y="2075488"/>
                  </a:cubicBezTo>
                  <a:cubicBezTo>
                    <a:pt x="40038" y="2072183"/>
                    <a:pt x="35467" y="2068440"/>
                    <a:pt x="31266" y="2064229"/>
                  </a:cubicBezTo>
                  <a:cubicBezTo>
                    <a:pt x="27064" y="2060029"/>
                    <a:pt x="23313" y="2055467"/>
                    <a:pt x="20013" y="2050523"/>
                  </a:cubicBezTo>
                  <a:cubicBezTo>
                    <a:pt x="16711" y="2045580"/>
                    <a:pt x="13924" y="2040369"/>
                    <a:pt x="11650" y="2034874"/>
                  </a:cubicBezTo>
                  <a:cubicBezTo>
                    <a:pt x="9377" y="2029387"/>
                    <a:pt x="7660" y="2023729"/>
                    <a:pt x="6501" y="2017900"/>
                  </a:cubicBezTo>
                  <a:cubicBezTo>
                    <a:pt x="5342" y="2012080"/>
                    <a:pt x="4763" y="2006194"/>
                    <a:pt x="4763" y="200025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328" name="F5F99143-0D7F-4FD1-9D59-069D24CE7018"/>
          <p:cNvPicPr>
            <a:picLocks noChangeAspect="1"/>
          </p:cNvPicPr>
          <p:nvPr/>
        </p:nvPicPr>
        <p:blipFill>
          <a:blip r:embed="rId43" cstate="print">
            <a:extLst>
              <a:ext uri="{4CE4318B-4DBE-43E2-57CB-842B6AD639F4}"/>
            </a:extLst>
          </a:blip>
          <a:srcRect/>
          <a:stretch>
            <a:fillRect/>
          </a:stretch>
        </p:blipFill>
        <p:spPr>
          <a:xfrm>
            <a:off x="10048854" y="4923295"/>
            <a:ext cx="2038350" cy="161925"/>
          </a:xfrm>
          <a:prstGeom prst="rect">
            <a:avLst/>
          </a:prstGeom>
        </p:spPr>
      </p:pic>
      <p:grpSp>
        <p:nvGrpSpPr>
          <p:cNvPr id="329" name="Combination 329"/>
          <p:cNvGrpSpPr/>
          <p:nvPr/>
        </p:nvGrpSpPr>
        <p:grpSpPr>
          <a:xfrm>
            <a:off x="10412944" y="5351352"/>
            <a:ext cx="1329910" cy="1095787"/>
            <a:chOff x="10412944" y="5351352"/>
            <a:chExt cx="1329910" cy="1095787"/>
          </a:xfrm>
        </p:grpSpPr>
        <p:sp>
          <p:nvSpPr>
            <p:cNvPr id="330" name="VectorPath 330"/>
            <p:cNvSpPr/>
            <p:nvPr/>
          </p:nvSpPr>
          <p:spPr>
            <a:xfrm>
              <a:off x="10412944" y="5351352"/>
              <a:ext cx="1329910" cy="301132"/>
            </a:xfrm>
            <a:custGeom>
              <a:rect l="l" t="t" r="r" b="b"/>
              <a:pathLst>
                <a:path w="1329910" h="301132">
                  <a:moveTo>
                    <a:pt x="0" y="0"/>
                  </a:moveTo>
                  <a:lnTo>
                    <a:pt x="1329910" y="0"/>
                  </a:lnTo>
                  <a:lnTo>
                    <a:pt x="1329910" y="301132"/>
                  </a:lnTo>
                  <a:lnTo>
                    <a:pt x="0" y="30113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31" name="VectorPath 331"/>
            <p:cNvSpPr/>
            <p:nvPr/>
          </p:nvSpPr>
          <p:spPr>
            <a:xfrm>
              <a:off x="10412944" y="5748679"/>
              <a:ext cx="646306" cy="301132"/>
            </a:xfrm>
            <a:custGeom>
              <a:rect l="l" t="t" r="r" b="b"/>
              <a:pathLst>
                <a:path w="646306" h="301132">
                  <a:moveTo>
                    <a:pt x="0" y="0"/>
                  </a:moveTo>
                  <a:lnTo>
                    <a:pt x="646306" y="0"/>
                  </a:lnTo>
                  <a:lnTo>
                    <a:pt x="646306" y="301132"/>
                  </a:lnTo>
                  <a:lnTo>
                    <a:pt x="0" y="30113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  <p:sp>
          <p:nvSpPr>
            <p:cNvPr id="332" name="VectorPath 332"/>
            <p:cNvSpPr/>
            <p:nvPr/>
          </p:nvSpPr>
          <p:spPr>
            <a:xfrm>
              <a:off x="10412944" y="6146006"/>
              <a:ext cx="130877" cy="301132"/>
            </a:xfrm>
            <a:custGeom>
              <a:rect l="l" t="t" r="r" b="b"/>
              <a:pathLst>
                <a:path w="130877" h="301132">
                  <a:moveTo>
                    <a:pt x="0" y="0"/>
                  </a:moveTo>
                  <a:lnTo>
                    <a:pt x="130877" y="0"/>
                  </a:lnTo>
                  <a:lnTo>
                    <a:pt x="130877" y="301132"/>
                  </a:lnTo>
                  <a:lnTo>
                    <a:pt x="0" y="301132"/>
                  </a:lnTo>
                  <a:lnTo>
                    <a:pt x="0" y="0"/>
                  </a:lnTo>
                </a:path>
              </a:pathLst>
            </a:custGeom>
            <a:solidFill>
              <a:srgbClr val="085499">
                <a:alpha val="95000"/>
              </a:srgbClr>
            </a:solidFill>
          </p:spPr>
        </p:sp>
      </p:grpSp>
      <p:sp>
        <p:nvSpPr>
          <p:cNvPr id="333" name="TextBox333"/>
          <p:cNvSpPr txBox="1"/>
          <p:nvPr/>
        </p:nvSpPr>
        <p:spPr>
          <a:xfrm>
            <a:off x="10047572" y="4872291"/>
            <a:ext cx="2030981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8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se_Chip</a:t>
            </a:r>
          </a:p>
        </p:txBody>
      </p:sp>
      <p:graphicFrame>
        <p:nvGraphicFramePr>
          <p:cNvPr id="334" name="Table334"/>
          <p:cNvGraphicFramePr>
            <a:graphicFrameLocks noGrp="1"/>
          </p:cNvGraphicFramePr>
          <p:nvPr/>
        </p:nvGraphicFramePr>
        <p:xfrm>
          <a:off x="461656" y="4361078"/>
          <a:ext cx="11592520" cy="2451591"/>
        </p:xfrm>
        <a:graphic>
          <a:graphicData uri="http://schemas.openxmlformats.org/drawingml/2006/table">
            <a:tbl>
              <a:tblPr firstRow="1" bandRow="1">
                <a:tableStyleId>{4F82BDF7-B07A-49D8-2392-83EF8038AACA}</a:tableStyleId>
              </a:tblPr>
              <a:tblGrid>
                <a:gridCol w="966043"/>
                <a:gridCol w="386417"/>
                <a:gridCol w="695551"/>
                <a:gridCol w="425059"/>
                <a:gridCol w="579626"/>
                <a:gridCol w="1429744"/>
                <a:gridCol w="386417"/>
                <a:gridCol w="695551"/>
                <a:gridCol w="386418"/>
                <a:gridCol w="540984"/>
                <a:gridCol w="734192"/>
                <a:gridCol w="463702"/>
                <a:gridCol w="502341"/>
                <a:gridCol w="463702"/>
                <a:gridCol w="579625"/>
                <a:gridCol w="850119"/>
                <a:gridCol w="386417"/>
                <a:gridCol w="463702"/>
                <a:gridCol w="347776"/>
                <a:gridCol w="309133"/>
              </a:tblGrid>
              <a:tr h="611390">
                <a:tc>
                  <a:txBody>
                    <a:bodyPr/>
                    <a:lstStyle/>
                    <a:p>
                      <a:pPr marL="259556" marR="0" indent="0" eaLnBrk="0">
                        <a:lnSpc>
                          <a:spcPct val="99537"/>
                        </a:lnSpc>
                        <a:spcBef>
                          <a:spcPts val="295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Graduate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12663" marR="0" indent="0" eaLnBrk="0">
                        <a:lnSpc>
                          <a:spcPct val="101851"/>
                        </a:lnSpc>
                        <a:spcAft>
                          <a:spcPts val="522"/>
                        </a:spcAft>
                      </a:pP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High</a:t>
                      </a:r>
                      <a:r>
                        <a:rPr baseline="0" lang="en-US" altLang="zh-CN" sz="900" kern="0" spc="-65" noProof="0" dirty="0" smtClean="0"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School</a:t>
                      </a:r>
                    </a:p>
                  </a:txBody>
                  <a:tcPr marL="-2147483648" marR="0" marT="3746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1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362376" marR="0" indent="0" eaLnBrk="0">
                        <a:lnSpc>
                          <a:spcPct val="102777"/>
                        </a:lnSpc>
                        <a:spcAft>
                          <a:spcPts val="529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11M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2505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742" marR="0" indent="0" eaLnBrk="0">
                        <a:lnSpc>
                          <a:spcPct val="98611"/>
                        </a:lnSpc>
                        <a:spcBef>
                          <a:spcPts val="287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22M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3683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4456" marR="0" indent="0" eaLnBrk="0">
                        <a:lnSpc>
                          <a:spcPct val="99537"/>
                        </a:lnSpc>
                        <a:spcBef>
                          <a:spcPts val="295"/>
                        </a:spcBef>
                      </a:pPr>
                      <a:r>
                        <a:rPr lang="en-US" altLang="zh-CN" sz="900" kern="0" spc="-4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Businessman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417199" marR="0" indent="0" eaLnBrk="0">
                        <a:lnSpc>
                          <a:spcPct val="101851"/>
                        </a:lnSpc>
                        <a:spcAft>
                          <a:spcPts val="522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White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-collar</a:t>
                      </a:r>
                    </a:p>
                  </a:txBody>
                  <a:tcPr marL="-2147483648" marR="0" marT="3746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1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396917" marR="0" indent="0" eaLnBrk="0">
                        <a:lnSpc>
                          <a:spcPct val="102777"/>
                        </a:lnSpc>
                        <a:spcAft>
                          <a:spcPts val="529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4690" marR="0" indent="0" eaLnBrk="0">
                        <a:lnSpc>
                          <a:spcPct val="98611"/>
                        </a:lnSpc>
                        <a:spcBef>
                          <a:spcPts val="287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17M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3683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40984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91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456189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4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Blue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2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7639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278" cap="flat" cmpd="sng" algn="ctr">
                      <a:solidFill>
                        <a:srgbClr val="085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4623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7639" marR="0" marT="0" marB="0">
                    <a:lnL w="35278" cap="flat" cmpd="sng" algn="ctr">
                      <a:solidFill>
                        <a:srgbClr val="085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02341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63702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54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05382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46M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85011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63702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47776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09133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7738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9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45566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Unknown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12811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Uneducated</a:t>
                      </a:r>
                    </a:p>
                    <a:p>
                      <a:pPr marL="0" marR="0" indent="0" eaLnBrk="0">
                        <a:lnSpc>
                          <a:spcPct val="8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91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66168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8M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44506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8M</a:t>
                      </a:r>
                    </a:p>
                    <a:p>
                      <a:pPr marL="0" marR="0" indent="0" eaLnBrk="0">
                        <a:lnSpc>
                          <a:spcPct val="812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2505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9626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9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87420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Selfemployeed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94776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Govt</a:t>
                      </a:r>
                    </a:p>
                    <a:p>
                      <a:pPr marL="0" marR="0" indent="0" eaLnBrk="0">
                        <a:lnSpc>
                          <a:spcPct val="8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91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10554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8M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95466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8M</a:t>
                      </a:r>
                    </a:p>
                    <a:p>
                      <a:pPr marL="0" marR="0" indent="0" eaLnBrk="0">
                        <a:lnSpc>
                          <a:spcPct val="812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40984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56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403504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2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Silver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433419" marR="0" indent="0" eaLnBrk="0">
                        <a:lnSpc>
                          <a:spcPct val="103240"/>
                        </a:lnSpc>
                        <a:spcAft>
                          <a:spcPts val="334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Gold</a:t>
                      </a:r>
                    </a:p>
                  </a:txBody>
                  <a:tcPr marL="-2147483648" marR="17639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278" cap="flat" cmpd="sng" algn="ctr">
                      <a:solidFill>
                        <a:srgbClr val="085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5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57856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6M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60565" marR="0" indent="0" eaLnBrk="0">
                        <a:lnSpc>
                          <a:spcPct val="97685"/>
                        </a:lnSpc>
                        <a:spcAft>
                          <a:spcPts val="377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2M</a:t>
                      </a:r>
                    </a:p>
                  </a:txBody>
                  <a:tcPr marL="17639" marR="0" marT="0" marB="0">
                    <a:lnL w="35278" cap="flat" cmpd="sng" algn="ctr">
                      <a:solidFill>
                        <a:srgbClr val="085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02341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63702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9625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333873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4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</a:t>
                      </a:r>
                      <a:r>
                        <a:rPr lang="en-US" altLang="zh-CN" sz="900" kern="0" spc="-2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wipe</a:t>
                      </a:r>
                    </a:p>
                    <a:p>
                      <a:pPr marL="0" marR="0" indent="0" eaLnBrk="0">
                        <a:lnSpc>
                          <a:spcPct val="129999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63702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4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43641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35M</a:t>
                      </a:r>
                    </a:p>
                    <a:p>
                      <a:pPr marL="0" marR="0" indent="0" eaLnBrk="0">
                        <a:lnSpc>
                          <a:spcPct val="13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09133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73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3453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2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Post-Graduate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22497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Doctorate</a:t>
                      </a:r>
                    </a:p>
                    <a:p>
                      <a:pPr marL="0" marR="0" indent="0" eaLnBrk="0">
                        <a:lnSpc>
                          <a:spcPct val="8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1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28429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01167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2M</a:t>
                      </a:r>
                    </a:p>
                    <a:p>
                      <a:pPr marL="0" marR="0" indent="0" eaLnBrk="0">
                        <a:lnSpc>
                          <a:spcPct val="82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95551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2505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9626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2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497119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Blue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-collar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634636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5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R</a:t>
                      </a:r>
                      <a:r>
                        <a:rPr lang="en-US" altLang="zh-CN" sz="900" kern="0" spc="-4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etirees</a:t>
                      </a:r>
                    </a:p>
                    <a:p>
                      <a:pPr marL="0" marR="0" indent="0" eaLnBrk="0">
                        <a:lnSpc>
                          <a:spcPct val="8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9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22128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5M</a:t>
                      </a:r>
                    </a:p>
                    <a:p>
                      <a:pPr marL="0" marR="0" indent="0" eaLnBrk="0">
                        <a:lnSpc>
                          <a:spcPct val="82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1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4004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7M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40984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29822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Platinum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91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7639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278" cap="flat" cmpd="sng" algn="ctr">
                      <a:solidFill>
                        <a:srgbClr val="085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19600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954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7639" marR="0" marT="0" marB="0">
                    <a:lnL w="35278" cap="flat" cmpd="sng" algn="ctr">
                      <a:solidFill>
                        <a:srgbClr val="085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02341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463702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9625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99804" marR="0" indent="0" eaLnBrk="0">
                        <a:lnSpc>
                          <a:spcPct val="99074"/>
                        </a:lnSpc>
                        <a:spcBef>
                          <a:spcPts val="489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Chip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95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99493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Online</a:t>
                      </a:r>
                    </a:p>
                    <a:p>
                      <a:pPr marL="0" marR="0" indent="0" eaLnBrk="0">
                        <a:lnSpc>
                          <a:spcPct val="962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6223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483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2985" marR="0" indent="0" eaLnBrk="0">
                        <a:lnSpc>
                          <a:spcPct val="100000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3M</a:t>
                      </a:r>
                    </a:p>
                    <a:p>
                      <a:pPr marL="0" marR="0" indent="0" eaLnBrk="0">
                        <a:lnSpc>
                          <a:spcPct val="99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994" marR="0" indent="0" eaLnBrk="0">
                        <a:lnSpc>
                          <a:spcPct val="95370"/>
                        </a:lnSpc>
                        <a:spcBef>
                          <a:spcPts val="450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17M</a:t>
                      </a: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54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5715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47776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09133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3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10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32980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94493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43724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9626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041971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00873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24744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682282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4885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93848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9625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638516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86417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33021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347776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87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2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83391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E21C7209-185D-4082-51C6-17EFB2CFB062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VectorPath 335"/>
          <p:cNvSpPr/>
          <p:nvPr/>
        </p:nvSpPr>
        <p:spPr>
          <a:xfrm>
            <a:off x="228600" y="228600"/>
            <a:ext cx="12192000" cy="323850"/>
          </a:xfrm>
          <a:custGeom>
            <a:rect l="l" t="t" r="r" b="b"/>
            <a:pathLst>
              <a:path w="12192000" h="323850">
                <a:moveTo>
                  <a:pt x="0" y="0"/>
                </a:moveTo>
                <a:lnTo>
                  <a:pt x="12192000" y="0"/>
                </a:lnTo>
                <a:lnTo>
                  <a:pt x="12192000" y="323850"/>
                </a:lnTo>
                <a:lnTo>
                  <a:pt x="0" y="323850"/>
                </a:lnTo>
                <a:lnTo>
                  <a:pt x="0" y="0"/>
                </a:lnTo>
              </a:path>
            </a:pathLst>
          </a:custGeom>
          <a:solidFill>
            <a:srgbClr val="3B3A39">
              <a:alpha val="100000"/>
            </a:srgbClr>
          </a:solidFill>
        </p:spPr>
      </p:sp>
      <p:pic>
        <p:nvPicPr>
          <p:cNvPr id="336" name="77BAA48F-875C-4AB9-5061-97D17E9B17AA"/>
          <p:cNvPicPr>
            <a:picLocks noChangeAspect="1"/>
          </p:cNvPicPr>
          <p:nvPr/>
        </p:nvPicPr>
        <p:blipFill>
          <a:blip r:embed="rId2" cstate="print">
            <a:extLst>
              <a:ext uri="{14937795-C76B-4AE7-7662-9DAEFB1044C1}"/>
            </a:extLst>
          </a:blip>
          <a:srcRect/>
          <a:stretch>
            <a:fillRect/>
          </a:stretch>
        </p:blipFill>
        <p:spPr>
          <a:xfrm>
            <a:off x="228600" y="548640"/>
            <a:ext cx="12201526" cy="1285875"/>
          </a:xfrm>
          <a:prstGeom prst="rect">
            <a:avLst/>
          </a:prstGeom>
        </p:spPr>
      </p:pic>
      <p:sp>
        <p:nvSpPr>
          <p:cNvPr id="337" name="VectorPath 337"/>
          <p:cNvSpPr/>
          <p:nvPr/>
        </p:nvSpPr>
        <p:spPr>
          <a:xfrm>
            <a:off x="228600" y="552450"/>
            <a:ext cx="12192000" cy="1209675"/>
          </a:xfrm>
          <a:custGeom>
            <a:rect l="l" t="t" r="r" b="b"/>
            <a:pathLst>
              <a:path w="12192000" h="1209675">
                <a:moveTo>
                  <a:pt x="0" y="0"/>
                </a:moveTo>
                <a:lnTo>
                  <a:pt x="12192000" y="0"/>
                </a:lnTo>
                <a:lnTo>
                  <a:pt x="12192000" y="1209675"/>
                </a:lnTo>
                <a:lnTo>
                  <a:pt x="0" y="1209675"/>
                </a:lnTo>
                <a:lnTo>
                  <a:pt x="0" y="0"/>
                </a:lnTo>
              </a:path>
            </a:pathLst>
          </a:custGeom>
          <a:solidFill>
            <a:srgbClr val="F3F2F1">
              <a:alpha val="100000"/>
            </a:srgbClr>
          </a:solidFill>
        </p:spPr>
      </p:sp>
      <p:sp>
        <p:nvSpPr>
          <p:cNvPr id="338" name="TextBox338"/>
          <p:cNvSpPr txBox="1"/>
          <p:nvPr/>
        </p:nvSpPr>
        <p:spPr>
          <a:xfrm>
            <a:off x="5881688" y="326330"/>
            <a:ext cx="884448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9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ower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BI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Desktop</a:t>
            </a:r>
          </a:p>
        </p:txBody>
      </p:sp>
      <p:sp>
        <p:nvSpPr>
          <p:cNvPr id="339" name="VectorPath 339"/>
          <p:cNvSpPr/>
          <p:nvPr/>
        </p:nvSpPr>
        <p:spPr>
          <a:xfrm>
            <a:off x="228621" y="228600"/>
            <a:ext cx="12191970" cy="6858000"/>
          </a:xfrm>
          <a:custGeom>
            <a:rect l="l" t="t" r="r" b="b"/>
            <a:pathLst>
              <a:path w="12191970" h="6858000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666666">
              <a:alpha val="100000"/>
            </a:srgbClr>
          </a:solidFill>
        </p:spPr>
      </p:sp>
      <p:pic>
        <p:nvPicPr>
          <p:cNvPr id="340" name="3458CB98-9F27-420E-C7F2-C64EE9FC556E"/>
          <p:cNvPicPr>
            <a:picLocks noChangeAspect="1"/>
          </p:cNvPicPr>
          <p:nvPr/>
        </p:nvPicPr>
        <p:blipFill>
          <a:blip r:embed="rId3" cstate="print">
            <a:extLst>
              <a:ext uri="{EB9FEB3D-0D6F-4192-D3D7-87D039BF595C}"/>
            </a:extLst>
          </a:blip>
          <a:srcRect/>
          <a:stretch>
            <a:fillRect/>
          </a:stretch>
        </p:blipFill>
        <p:spPr>
          <a:xfrm flipV="1">
            <a:off x="228621" y="228600"/>
            <a:ext cx="12192000" cy="6858000"/>
          </a:xfrm>
          <a:prstGeom prst="rect">
            <a:avLst/>
          </a:prstGeom>
        </p:spPr>
      </p:pic>
      <p:grpSp>
        <p:nvGrpSpPr>
          <p:cNvPr id="341" name="Combination 341"/>
          <p:cNvGrpSpPr/>
          <p:nvPr/>
        </p:nvGrpSpPr>
        <p:grpSpPr>
          <a:xfrm>
            <a:off x="319525" y="334656"/>
            <a:ext cx="9195570" cy="6670579"/>
            <a:chOff x="319525" y="334656"/>
            <a:chExt cx="9195570" cy="6670579"/>
          </a:xfrm>
        </p:grpSpPr>
        <p:sp>
          <p:nvSpPr>
            <p:cNvPr id="342" name="VectorPath 342"/>
            <p:cNvSpPr/>
            <p:nvPr/>
          </p:nvSpPr>
          <p:spPr>
            <a:xfrm>
              <a:off x="319525" y="334656"/>
              <a:ext cx="5162550" cy="590550"/>
            </a:xfrm>
            <a:custGeom>
              <a:rect l="l" t="t" r="r" b="b"/>
              <a:pathLst>
                <a:path w="5162550" h="590550">
                  <a:moveTo>
                    <a:pt x="0" y="0"/>
                  </a:moveTo>
                  <a:lnTo>
                    <a:pt x="5162550" y="0"/>
                  </a:lnTo>
                  <a:lnTo>
                    <a:pt x="5162550" y="590550"/>
                  </a:lnTo>
                  <a:lnTo>
                    <a:pt x="0" y="59055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343" name="VectorPath 343"/>
            <p:cNvSpPr/>
            <p:nvPr/>
          </p:nvSpPr>
          <p:spPr>
            <a:xfrm>
              <a:off x="7081457" y="4657322"/>
              <a:ext cx="2428875" cy="2343150"/>
            </a:xfrm>
            <a:custGeom>
              <a:rect l="l" t="t" r="r" b="b"/>
              <a:pathLst>
                <a:path w="2428875" h="2343150">
                  <a:moveTo>
                    <a:pt x="2347275" y="290"/>
                  </a:moveTo>
                  <a:cubicBezTo>
                    <a:pt x="2350202" y="725"/>
                    <a:pt x="2353128" y="1159"/>
                    <a:pt x="2356038" y="1739"/>
                  </a:cubicBezTo>
                  <a:lnTo>
                    <a:pt x="2356154" y="1762"/>
                  </a:lnTo>
                  <a:cubicBezTo>
                    <a:pt x="2361942" y="2921"/>
                    <a:pt x="2367561" y="4629"/>
                    <a:pt x="2373011" y="6888"/>
                  </a:cubicBezTo>
                  <a:lnTo>
                    <a:pt x="2373121" y="6933"/>
                  </a:lnTo>
                  <a:cubicBezTo>
                    <a:pt x="2378577" y="9199"/>
                    <a:pt x="2383750" y="11971"/>
                    <a:pt x="2388661" y="15250"/>
                  </a:cubicBezTo>
                  <a:lnTo>
                    <a:pt x="2388759" y="15316"/>
                  </a:lnTo>
                  <a:cubicBezTo>
                    <a:pt x="2393665" y="18601"/>
                    <a:pt x="2398195" y="22330"/>
                    <a:pt x="2402368" y="26503"/>
                  </a:cubicBezTo>
                  <a:lnTo>
                    <a:pt x="2402451" y="26587"/>
                  </a:lnTo>
                  <a:cubicBezTo>
                    <a:pt x="2406628" y="30765"/>
                    <a:pt x="2410342" y="35308"/>
                    <a:pt x="2413626" y="40215"/>
                  </a:cubicBezTo>
                  <a:lnTo>
                    <a:pt x="2413692" y="40314"/>
                  </a:lnTo>
                  <a:cubicBezTo>
                    <a:pt x="2416958" y="45225"/>
                    <a:pt x="2419727" y="50407"/>
                    <a:pt x="2421989" y="55859"/>
                  </a:cubicBezTo>
                  <a:lnTo>
                    <a:pt x="2422034" y="55969"/>
                  </a:lnTo>
                  <a:cubicBezTo>
                    <a:pt x="2424288" y="61424"/>
                    <a:pt x="2425988" y="67046"/>
                    <a:pt x="2427132" y="72834"/>
                  </a:cubicBezTo>
                  <a:lnTo>
                    <a:pt x="2427155" y="72951"/>
                  </a:lnTo>
                  <a:cubicBezTo>
                    <a:pt x="2428295" y="78701"/>
                    <a:pt x="2428867" y="84507"/>
                    <a:pt x="2428875" y="90369"/>
                  </a:cubicBezTo>
                  <a:lnTo>
                    <a:pt x="2428875" y="2252782"/>
                  </a:lnTo>
                  <a:lnTo>
                    <a:pt x="2428585" y="2261549"/>
                  </a:lnTo>
                  <a:cubicBezTo>
                    <a:pt x="2428149" y="2264476"/>
                    <a:pt x="2427713" y="2267403"/>
                    <a:pt x="2427132" y="2270313"/>
                  </a:cubicBezTo>
                  <a:lnTo>
                    <a:pt x="2427109" y="2270429"/>
                  </a:lnTo>
                  <a:cubicBezTo>
                    <a:pt x="2425957" y="2276217"/>
                    <a:pt x="2424250" y="2281836"/>
                    <a:pt x="2421989" y="2287286"/>
                  </a:cubicBezTo>
                  <a:lnTo>
                    <a:pt x="2421943" y="2287396"/>
                  </a:lnTo>
                  <a:cubicBezTo>
                    <a:pt x="2419675" y="2292851"/>
                    <a:pt x="2416899" y="2298025"/>
                    <a:pt x="2413626" y="2302936"/>
                  </a:cubicBezTo>
                  <a:lnTo>
                    <a:pt x="2413559" y="2303034"/>
                  </a:lnTo>
                  <a:cubicBezTo>
                    <a:pt x="2410271" y="2307940"/>
                    <a:pt x="2406549" y="2312470"/>
                    <a:pt x="2402368" y="2316642"/>
                  </a:cubicBezTo>
                  <a:lnTo>
                    <a:pt x="2402283" y="2316726"/>
                  </a:lnTo>
                  <a:cubicBezTo>
                    <a:pt x="2398106" y="2320902"/>
                    <a:pt x="2393571" y="2324618"/>
                    <a:pt x="2388661" y="2327901"/>
                  </a:cubicBezTo>
                  <a:lnTo>
                    <a:pt x="2388562" y="2327967"/>
                  </a:lnTo>
                  <a:cubicBezTo>
                    <a:pt x="2383648" y="2331233"/>
                    <a:pt x="2378470" y="2334002"/>
                    <a:pt x="2373011" y="2336264"/>
                  </a:cubicBezTo>
                  <a:lnTo>
                    <a:pt x="2372901" y="2336309"/>
                  </a:lnTo>
                  <a:cubicBezTo>
                    <a:pt x="2367450" y="2338563"/>
                    <a:pt x="2361828" y="2340262"/>
                    <a:pt x="2356038" y="2341407"/>
                  </a:cubicBezTo>
                  <a:lnTo>
                    <a:pt x="2355921" y="2341430"/>
                  </a:lnTo>
                  <a:cubicBezTo>
                    <a:pt x="2350178" y="2342569"/>
                    <a:pt x="2344370" y="2343142"/>
                    <a:pt x="2338506" y="2343150"/>
                  </a:cubicBezTo>
                  <a:lnTo>
                    <a:pt x="90369" y="2343150"/>
                  </a:lnTo>
                  <a:lnTo>
                    <a:pt x="81604" y="2342860"/>
                  </a:lnTo>
                  <a:cubicBezTo>
                    <a:pt x="78676" y="2342424"/>
                    <a:pt x="75748" y="2341988"/>
                    <a:pt x="72834" y="2341407"/>
                  </a:cubicBezTo>
                  <a:lnTo>
                    <a:pt x="72718" y="2341384"/>
                  </a:lnTo>
                  <a:cubicBezTo>
                    <a:pt x="66932" y="2340232"/>
                    <a:pt x="61312" y="2338525"/>
                    <a:pt x="55859" y="2336264"/>
                  </a:cubicBezTo>
                  <a:lnTo>
                    <a:pt x="55749" y="2336218"/>
                  </a:lnTo>
                  <a:cubicBezTo>
                    <a:pt x="50301" y="2333949"/>
                    <a:pt x="45123" y="2331174"/>
                    <a:pt x="40215" y="2327901"/>
                  </a:cubicBezTo>
                  <a:lnTo>
                    <a:pt x="40116" y="2327834"/>
                  </a:lnTo>
                  <a:cubicBezTo>
                    <a:pt x="35214" y="2324546"/>
                    <a:pt x="30676" y="2320824"/>
                    <a:pt x="26503" y="2316642"/>
                  </a:cubicBezTo>
                  <a:lnTo>
                    <a:pt x="26419" y="2316558"/>
                  </a:lnTo>
                  <a:cubicBezTo>
                    <a:pt x="22252" y="2312381"/>
                    <a:pt x="18529" y="2307846"/>
                    <a:pt x="15249" y="2302936"/>
                  </a:cubicBezTo>
                  <a:lnTo>
                    <a:pt x="15184" y="2302837"/>
                  </a:lnTo>
                  <a:cubicBezTo>
                    <a:pt x="11912" y="2297922"/>
                    <a:pt x="9147" y="2292745"/>
                    <a:pt x="6888" y="2287286"/>
                  </a:cubicBezTo>
                  <a:lnTo>
                    <a:pt x="6842" y="2287176"/>
                  </a:lnTo>
                  <a:cubicBezTo>
                    <a:pt x="4591" y="2281724"/>
                    <a:pt x="2890" y="2276103"/>
                    <a:pt x="1739" y="2270313"/>
                  </a:cubicBezTo>
                  <a:lnTo>
                    <a:pt x="1715" y="2270196"/>
                  </a:lnTo>
                  <a:cubicBezTo>
                    <a:pt x="580" y="2264453"/>
                    <a:pt x="8" y="2258645"/>
                    <a:pt x="0" y="2252782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5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4" y="55750"/>
                  </a:lnTo>
                  <a:cubicBezTo>
                    <a:pt x="9199" y="50301"/>
                    <a:pt x="11971" y="45123"/>
                    <a:pt x="15249" y="40215"/>
                  </a:cubicBezTo>
                  <a:lnTo>
                    <a:pt x="15316" y="40116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8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7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80"/>
                    <a:pt x="84507" y="8"/>
                    <a:pt x="90369" y="0"/>
                  </a:cubicBezTo>
                  <a:lnTo>
                    <a:pt x="233850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344" name="VectorPath 344"/>
            <p:cNvSpPr/>
            <p:nvPr/>
          </p:nvSpPr>
          <p:spPr>
            <a:xfrm>
              <a:off x="7076695" y="4652559"/>
              <a:ext cx="2438400" cy="2352675"/>
            </a:xfrm>
            <a:custGeom>
              <a:rect l="l" t="t" r="r" b="b"/>
              <a:pathLst>
                <a:path w="2438400" h="2352675">
                  <a:moveTo>
                    <a:pt x="4763" y="2257425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3" y="44978"/>
                  </a:cubicBezTo>
                  <a:cubicBezTo>
                    <a:pt x="23313" y="40038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2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2343150" y="4763"/>
                  </a:lnTo>
                  <a:cubicBezTo>
                    <a:pt x="2349094" y="4763"/>
                    <a:pt x="2354980" y="5342"/>
                    <a:pt x="2360800" y="6501"/>
                  </a:cubicBezTo>
                  <a:cubicBezTo>
                    <a:pt x="2366629" y="7660"/>
                    <a:pt x="2372287" y="9377"/>
                    <a:pt x="2377774" y="11650"/>
                  </a:cubicBezTo>
                  <a:cubicBezTo>
                    <a:pt x="2383269" y="13924"/>
                    <a:pt x="2388480" y="16712"/>
                    <a:pt x="2393423" y="20012"/>
                  </a:cubicBezTo>
                  <a:cubicBezTo>
                    <a:pt x="2398366" y="23313"/>
                    <a:pt x="2402929" y="27064"/>
                    <a:pt x="2407130" y="31266"/>
                  </a:cubicBezTo>
                  <a:cubicBezTo>
                    <a:pt x="2411340" y="35467"/>
                    <a:pt x="2415083" y="40038"/>
                    <a:pt x="2418388" y="44978"/>
                  </a:cubicBezTo>
                  <a:cubicBezTo>
                    <a:pt x="2421684" y="49918"/>
                    <a:pt x="2424475" y="55133"/>
                    <a:pt x="2426751" y="60622"/>
                  </a:cubicBezTo>
                  <a:cubicBezTo>
                    <a:pt x="2429028" y="66111"/>
                    <a:pt x="2430742" y="71769"/>
                    <a:pt x="2431894" y="77597"/>
                  </a:cubicBezTo>
                  <a:cubicBezTo>
                    <a:pt x="2433057" y="83424"/>
                    <a:pt x="2433638" y="89309"/>
                    <a:pt x="2433638" y="95250"/>
                  </a:cubicBezTo>
                  <a:lnTo>
                    <a:pt x="2433638" y="2257425"/>
                  </a:lnTo>
                  <a:cubicBezTo>
                    <a:pt x="2433638" y="2263369"/>
                    <a:pt x="2433057" y="2269255"/>
                    <a:pt x="2431894" y="2275075"/>
                  </a:cubicBezTo>
                  <a:cubicBezTo>
                    <a:pt x="2430742" y="2280904"/>
                    <a:pt x="2429028" y="2286562"/>
                    <a:pt x="2426751" y="2292049"/>
                  </a:cubicBezTo>
                  <a:cubicBezTo>
                    <a:pt x="2424475" y="2297544"/>
                    <a:pt x="2421684" y="2302755"/>
                    <a:pt x="2418388" y="2307698"/>
                  </a:cubicBezTo>
                  <a:cubicBezTo>
                    <a:pt x="2415083" y="2312642"/>
                    <a:pt x="2411340" y="2317204"/>
                    <a:pt x="2407130" y="2321405"/>
                  </a:cubicBezTo>
                  <a:cubicBezTo>
                    <a:pt x="2402929" y="2325615"/>
                    <a:pt x="2398366" y="2329358"/>
                    <a:pt x="2393423" y="2332663"/>
                  </a:cubicBezTo>
                  <a:cubicBezTo>
                    <a:pt x="2388480" y="2335959"/>
                    <a:pt x="2383269" y="2338750"/>
                    <a:pt x="2377774" y="2341026"/>
                  </a:cubicBezTo>
                  <a:cubicBezTo>
                    <a:pt x="2372287" y="2343303"/>
                    <a:pt x="2366629" y="2345017"/>
                    <a:pt x="2360800" y="2346170"/>
                  </a:cubicBezTo>
                  <a:cubicBezTo>
                    <a:pt x="2354980" y="2347332"/>
                    <a:pt x="2349094" y="2347913"/>
                    <a:pt x="2343150" y="2347913"/>
                  </a:cubicBezTo>
                  <a:lnTo>
                    <a:pt x="95250" y="2347913"/>
                  </a:lnTo>
                  <a:cubicBezTo>
                    <a:pt x="89309" y="2347913"/>
                    <a:pt x="83424" y="2347332"/>
                    <a:pt x="77597" y="2346170"/>
                  </a:cubicBezTo>
                  <a:cubicBezTo>
                    <a:pt x="71769" y="2345017"/>
                    <a:pt x="66111" y="2343303"/>
                    <a:pt x="60622" y="2341026"/>
                  </a:cubicBezTo>
                  <a:cubicBezTo>
                    <a:pt x="55133" y="2338750"/>
                    <a:pt x="49918" y="2335959"/>
                    <a:pt x="44978" y="2332663"/>
                  </a:cubicBezTo>
                  <a:cubicBezTo>
                    <a:pt x="40038" y="2329358"/>
                    <a:pt x="35467" y="2325615"/>
                    <a:pt x="31266" y="2321405"/>
                  </a:cubicBezTo>
                  <a:cubicBezTo>
                    <a:pt x="27064" y="2317204"/>
                    <a:pt x="23313" y="2312642"/>
                    <a:pt x="20013" y="2307698"/>
                  </a:cubicBezTo>
                  <a:cubicBezTo>
                    <a:pt x="16711" y="2302755"/>
                    <a:pt x="13924" y="2297544"/>
                    <a:pt x="11650" y="2292049"/>
                  </a:cubicBezTo>
                  <a:cubicBezTo>
                    <a:pt x="9377" y="2286562"/>
                    <a:pt x="7660" y="2280904"/>
                    <a:pt x="6501" y="2275075"/>
                  </a:cubicBezTo>
                  <a:cubicBezTo>
                    <a:pt x="5342" y="2269255"/>
                    <a:pt x="4763" y="2263369"/>
                    <a:pt x="4763" y="2257425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345" name="0C6E93D5-1599-4124-3067-F88ABE92DD57"/>
          <p:cNvPicPr>
            <a:picLocks noChangeAspect="1"/>
          </p:cNvPicPr>
          <p:nvPr/>
        </p:nvPicPr>
        <p:blipFill>
          <a:blip r:embed="rId4" cstate="print">
            <a:extLst>
              <a:ext uri="{13574506-E8D1-466A-7391-2202BC1B09E1}"/>
            </a:extLst>
          </a:blip>
          <a:srcRect/>
          <a:stretch>
            <a:fillRect/>
          </a:stretch>
        </p:blipFill>
        <p:spPr>
          <a:xfrm>
            <a:off x="7422568" y="4726333"/>
            <a:ext cx="1790700" cy="333375"/>
          </a:xfrm>
          <a:prstGeom prst="rect">
            <a:avLst/>
          </a:prstGeom>
        </p:spPr>
      </p:pic>
      <p:grpSp>
        <p:nvGrpSpPr>
          <p:cNvPr id="346" name="Combination 346"/>
          <p:cNvGrpSpPr/>
          <p:nvPr/>
        </p:nvGrpSpPr>
        <p:grpSpPr>
          <a:xfrm>
            <a:off x="7505305" y="2349682"/>
            <a:ext cx="4824710" cy="4155390"/>
            <a:chOff x="7505305" y="2349682"/>
            <a:chExt cx="4824710" cy="4155390"/>
          </a:xfrm>
        </p:grpSpPr>
        <p:sp>
          <p:nvSpPr>
            <p:cNvPr id="347" name="VectorPath 347"/>
            <p:cNvSpPr/>
            <p:nvPr/>
          </p:nvSpPr>
          <p:spPr>
            <a:xfrm>
              <a:off x="7505305" y="5353047"/>
              <a:ext cx="436722" cy="316587"/>
            </a:xfrm>
            <a:custGeom>
              <a:rect l="l" t="t" r="r" b="b"/>
              <a:pathLst>
                <a:path w="436722" h="316587">
                  <a:moveTo>
                    <a:pt x="0" y="0"/>
                  </a:moveTo>
                  <a:lnTo>
                    <a:pt x="436722" y="0"/>
                  </a:lnTo>
                  <a:lnTo>
                    <a:pt x="436722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348" name="VectorPath 348"/>
            <p:cNvSpPr/>
            <p:nvPr/>
          </p:nvSpPr>
          <p:spPr>
            <a:xfrm>
              <a:off x="7505305" y="5770766"/>
              <a:ext cx="492847" cy="316587"/>
            </a:xfrm>
            <a:custGeom>
              <a:rect l="l" t="t" r="r" b="b"/>
              <a:pathLst>
                <a:path w="492847" h="316587">
                  <a:moveTo>
                    <a:pt x="0" y="0"/>
                  </a:moveTo>
                  <a:lnTo>
                    <a:pt x="492847" y="0"/>
                  </a:lnTo>
                  <a:lnTo>
                    <a:pt x="492847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349" name="VectorPath 349"/>
            <p:cNvSpPr/>
            <p:nvPr/>
          </p:nvSpPr>
          <p:spPr>
            <a:xfrm>
              <a:off x="7505305" y="6188485"/>
              <a:ext cx="584918" cy="316587"/>
            </a:xfrm>
            <a:custGeom>
              <a:rect l="l" t="t" r="r" b="b"/>
              <a:pathLst>
                <a:path w="584918" h="316587">
                  <a:moveTo>
                    <a:pt x="0" y="0"/>
                  </a:moveTo>
                  <a:lnTo>
                    <a:pt x="584918" y="0"/>
                  </a:lnTo>
                  <a:lnTo>
                    <a:pt x="584918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350" name="VectorPath 350"/>
            <p:cNvSpPr/>
            <p:nvPr/>
          </p:nvSpPr>
          <p:spPr>
            <a:xfrm>
              <a:off x="7942027" y="5353047"/>
              <a:ext cx="1327395" cy="316587"/>
            </a:xfrm>
            <a:custGeom>
              <a:rect l="l" t="t" r="r" b="b"/>
              <a:pathLst>
                <a:path w="1327395" h="316587">
                  <a:moveTo>
                    <a:pt x="0" y="0"/>
                  </a:moveTo>
                  <a:lnTo>
                    <a:pt x="1327395" y="0"/>
                  </a:lnTo>
                  <a:lnTo>
                    <a:pt x="1327395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351" name="VectorPath 351"/>
            <p:cNvSpPr/>
            <p:nvPr/>
          </p:nvSpPr>
          <p:spPr>
            <a:xfrm>
              <a:off x="7998151" y="5770766"/>
              <a:ext cx="464004" cy="316587"/>
            </a:xfrm>
            <a:custGeom>
              <a:rect l="l" t="t" r="r" b="b"/>
              <a:pathLst>
                <a:path w="464004" h="316587">
                  <a:moveTo>
                    <a:pt x="0" y="0"/>
                  </a:moveTo>
                  <a:lnTo>
                    <a:pt x="464004" y="0"/>
                  </a:lnTo>
                  <a:lnTo>
                    <a:pt x="464004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352" name="VectorPath 352"/>
            <p:cNvSpPr/>
            <p:nvPr/>
          </p:nvSpPr>
          <p:spPr>
            <a:xfrm>
              <a:off x="7838977" y="2354445"/>
              <a:ext cx="4486275" cy="2228850"/>
            </a:xfrm>
            <a:custGeom>
              <a:rect l="l" t="t" r="r" b="b"/>
              <a:pathLst>
                <a:path w="4486275" h="2228850">
                  <a:moveTo>
                    <a:pt x="4451833" y="544"/>
                  </a:moveTo>
                  <a:cubicBezTo>
                    <a:pt x="4454512" y="1360"/>
                    <a:pt x="4457191" y="2175"/>
                    <a:pt x="4459815" y="3263"/>
                  </a:cubicBezTo>
                  <a:lnTo>
                    <a:pt x="4459920" y="3306"/>
                  </a:lnTo>
                  <a:cubicBezTo>
                    <a:pt x="4465125" y="5479"/>
                    <a:pt x="4469728" y="8562"/>
                    <a:pt x="4473722" y="12554"/>
                  </a:cubicBezTo>
                  <a:lnTo>
                    <a:pt x="4473802" y="12635"/>
                  </a:lnTo>
                  <a:cubicBezTo>
                    <a:pt x="4477782" y="16635"/>
                    <a:pt x="4480851" y="21244"/>
                    <a:pt x="4483008" y="26460"/>
                  </a:cubicBezTo>
                  <a:lnTo>
                    <a:pt x="4483051" y="26565"/>
                  </a:lnTo>
                  <a:cubicBezTo>
                    <a:pt x="4485189" y="31749"/>
                    <a:pt x="4486260" y="37143"/>
                    <a:pt x="4486275" y="42749"/>
                  </a:cubicBezTo>
                  <a:lnTo>
                    <a:pt x="4486275" y="2186101"/>
                  </a:lnTo>
                  <a:lnTo>
                    <a:pt x="4485732" y="2194408"/>
                  </a:lnTo>
                  <a:cubicBezTo>
                    <a:pt x="4484915" y="2197089"/>
                    <a:pt x="4484098" y="2199767"/>
                    <a:pt x="4482965" y="2202494"/>
                  </a:cubicBezTo>
                  <a:lnTo>
                    <a:pt x="4479289" y="2209957"/>
                  </a:lnTo>
                  <a:cubicBezTo>
                    <a:pt x="4477509" y="2212123"/>
                    <a:pt x="4475731" y="2214287"/>
                    <a:pt x="4473722" y="2216296"/>
                  </a:cubicBezTo>
                  <a:lnTo>
                    <a:pt x="4473641" y="2216377"/>
                  </a:lnTo>
                  <a:cubicBezTo>
                    <a:pt x="4469640" y="2220357"/>
                    <a:pt x="4465028" y="2223426"/>
                    <a:pt x="4459815" y="2225583"/>
                  </a:cubicBezTo>
                  <a:lnTo>
                    <a:pt x="4459710" y="2225627"/>
                  </a:lnTo>
                  <a:cubicBezTo>
                    <a:pt x="4454529" y="2227764"/>
                    <a:pt x="4449134" y="2228836"/>
                    <a:pt x="4443527" y="2228850"/>
                  </a:cubicBezTo>
                  <a:lnTo>
                    <a:pt x="42749" y="2228850"/>
                  </a:lnTo>
                  <a:lnTo>
                    <a:pt x="34444" y="2228307"/>
                  </a:lnTo>
                  <a:cubicBezTo>
                    <a:pt x="31762" y="2227490"/>
                    <a:pt x="29084" y="2226673"/>
                    <a:pt x="26460" y="2225583"/>
                  </a:cubicBezTo>
                  <a:lnTo>
                    <a:pt x="26355" y="2225540"/>
                  </a:lnTo>
                  <a:cubicBezTo>
                    <a:pt x="21147" y="2223370"/>
                    <a:pt x="16546" y="2220289"/>
                    <a:pt x="12554" y="2216296"/>
                  </a:cubicBezTo>
                  <a:lnTo>
                    <a:pt x="12474" y="2216216"/>
                  </a:lnTo>
                  <a:cubicBezTo>
                    <a:pt x="8494" y="2212215"/>
                    <a:pt x="5423" y="2207603"/>
                    <a:pt x="3263" y="2202390"/>
                  </a:cubicBezTo>
                  <a:lnTo>
                    <a:pt x="3219" y="2202285"/>
                  </a:lnTo>
                  <a:cubicBezTo>
                    <a:pt x="1088" y="2197104"/>
                    <a:pt x="15" y="2191709"/>
                    <a:pt x="0" y="218610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60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80" y="21147"/>
                    <a:pt x="8561" y="16547"/>
                    <a:pt x="12554" y="12554"/>
                  </a:cubicBezTo>
                  <a:lnTo>
                    <a:pt x="12634" y="12474"/>
                  </a:lnTo>
                  <a:cubicBezTo>
                    <a:pt x="16635" y="8494"/>
                    <a:pt x="21244" y="5423"/>
                    <a:pt x="26460" y="3263"/>
                  </a:cubicBezTo>
                  <a:lnTo>
                    <a:pt x="26564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4443527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353" name="VectorPath 353"/>
            <p:cNvSpPr/>
            <p:nvPr/>
          </p:nvSpPr>
          <p:spPr>
            <a:xfrm>
              <a:off x="7834214" y="2349682"/>
              <a:ext cx="4495800" cy="2238375"/>
            </a:xfrm>
            <a:custGeom>
              <a:rect l="l" t="t" r="r" b="b"/>
              <a:pathLst>
                <a:path w="4495800" h="2238375">
                  <a:moveTo>
                    <a:pt x="4763" y="219075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8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4" y="5850"/>
                    <a:pt x="41941" y="4763"/>
                    <a:pt x="47625" y="4763"/>
                  </a:cubicBezTo>
                  <a:lnTo>
                    <a:pt x="4448175" y="4763"/>
                  </a:lnTo>
                  <a:cubicBezTo>
                    <a:pt x="4453862" y="4763"/>
                    <a:pt x="4459329" y="5850"/>
                    <a:pt x="4464577" y="8025"/>
                  </a:cubicBezTo>
                  <a:cubicBezTo>
                    <a:pt x="4469826" y="10200"/>
                    <a:pt x="4474464" y="13298"/>
                    <a:pt x="4478484" y="17317"/>
                  </a:cubicBezTo>
                  <a:cubicBezTo>
                    <a:pt x="4482503" y="21336"/>
                    <a:pt x="4485599" y="25971"/>
                    <a:pt x="4487770" y="31222"/>
                  </a:cubicBezTo>
                  <a:cubicBezTo>
                    <a:pt x="4489952" y="36473"/>
                    <a:pt x="4491038" y="41941"/>
                    <a:pt x="4491038" y="47625"/>
                  </a:cubicBezTo>
                  <a:lnTo>
                    <a:pt x="4491038" y="2190750"/>
                  </a:lnTo>
                  <a:cubicBezTo>
                    <a:pt x="4491038" y="2196437"/>
                    <a:pt x="4489952" y="2201904"/>
                    <a:pt x="4487770" y="2207152"/>
                  </a:cubicBezTo>
                  <a:cubicBezTo>
                    <a:pt x="4485599" y="2212401"/>
                    <a:pt x="4482503" y="2217039"/>
                    <a:pt x="4478484" y="2221059"/>
                  </a:cubicBezTo>
                  <a:cubicBezTo>
                    <a:pt x="4474464" y="2225078"/>
                    <a:pt x="4469826" y="2228174"/>
                    <a:pt x="4464577" y="2230346"/>
                  </a:cubicBezTo>
                  <a:cubicBezTo>
                    <a:pt x="4459329" y="2232527"/>
                    <a:pt x="4453862" y="2233613"/>
                    <a:pt x="4448175" y="2233613"/>
                  </a:cubicBezTo>
                  <a:lnTo>
                    <a:pt x="47625" y="2233613"/>
                  </a:lnTo>
                  <a:cubicBezTo>
                    <a:pt x="41941" y="2233613"/>
                    <a:pt x="36474" y="2232527"/>
                    <a:pt x="31222" y="2230346"/>
                  </a:cubicBezTo>
                  <a:cubicBezTo>
                    <a:pt x="25971" y="2228174"/>
                    <a:pt x="21336" y="2225078"/>
                    <a:pt x="17317" y="2221059"/>
                  </a:cubicBezTo>
                  <a:cubicBezTo>
                    <a:pt x="13298" y="2217039"/>
                    <a:pt x="10200" y="2212401"/>
                    <a:pt x="8025" y="2207152"/>
                  </a:cubicBezTo>
                  <a:cubicBezTo>
                    <a:pt x="5850" y="2201904"/>
                    <a:pt x="4763" y="2196437"/>
                    <a:pt x="4763" y="219075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  <p:sp>
          <p:nvSpPr>
            <p:cNvPr id="354" name="VectorPath 354"/>
            <p:cNvSpPr/>
            <p:nvPr/>
          </p:nvSpPr>
          <p:spPr>
            <a:xfrm>
              <a:off x="7881840" y="2387782"/>
              <a:ext cx="942975" cy="323850"/>
            </a:xfrm>
            <a:custGeom>
              <a:rect l="l" t="t" r="r" b="b"/>
              <a:pathLst>
                <a:path w="942975" h="323850">
                  <a:moveTo>
                    <a:pt x="0" y="0"/>
                  </a:moveTo>
                  <a:lnTo>
                    <a:pt x="942975" y="0"/>
                  </a:lnTo>
                  <a:lnTo>
                    <a:pt x="942975" y="323850"/>
                  </a:lnTo>
                  <a:lnTo>
                    <a:pt x="0" y="323850"/>
                  </a:lnTo>
                  <a:lnTo>
                    <a:pt x="0" y="0"/>
                  </a:lnTo>
                </a:path>
              </a:pathLst>
            </a:custGeom>
            <a:solidFill>
              <a:srgbClr val="094780">
                <a:alpha val="100000"/>
              </a:srgbClr>
            </a:solidFill>
          </p:spPr>
        </p:sp>
      </p:grpSp>
      <p:pic>
        <p:nvPicPr>
          <p:cNvPr id="355" name="3938165C-514D-46DB-217F-5BD4A11395CD"/>
          <p:cNvPicPr>
            <a:picLocks noChangeAspect="1"/>
          </p:cNvPicPr>
          <p:nvPr/>
        </p:nvPicPr>
        <p:blipFill>
          <a:blip r:embed="rId5" cstate="print">
            <a:extLst>
              <a:ext uri="{7E34A040-C352-474E-53E8-1E4E4EE1DBCE}"/>
            </a:extLst>
          </a:blip>
          <a:srcRect/>
          <a:stretch>
            <a:fillRect/>
          </a:stretch>
        </p:blipFill>
        <p:spPr>
          <a:xfrm>
            <a:off x="7881824" y="2387782"/>
            <a:ext cx="952500" cy="333375"/>
          </a:xfrm>
          <a:prstGeom prst="rect">
            <a:avLst/>
          </a:prstGeom>
        </p:spPr>
      </p:pic>
      <p:sp>
        <p:nvSpPr>
          <p:cNvPr id="356" name="VectorPath 356"/>
          <p:cNvSpPr/>
          <p:nvPr/>
        </p:nvSpPr>
        <p:spPr>
          <a:xfrm>
            <a:off x="8824814" y="2387782"/>
            <a:ext cx="1038225" cy="323850"/>
          </a:xfrm>
          <a:custGeom>
            <a:rect l="l" t="t" r="r" b="b"/>
            <a:pathLst>
              <a:path w="1038225" h="323850">
                <a:moveTo>
                  <a:pt x="0" y="0"/>
                </a:moveTo>
                <a:lnTo>
                  <a:pt x="1038225" y="0"/>
                </a:lnTo>
                <a:lnTo>
                  <a:pt x="1038225" y="323850"/>
                </a:lnTo>
                <a:lnTo>
                  <a:pt x="0" y="323850"/>
                </a:lnTo>
                <a:lnTo>
                  <a:pt x="0" y="0"/>
                </a:lnTo>
              </a:path>
            </a:pathLst>
          </a:custGeom>
          <a:solidFill>
            <a:srgbClr val="094780">
              <a:alpha val="100000"/>
            </a:srgbClr>
          </a:solidFill>
        </p:spPr>
      </p:sp>
      <p:pic>
        <p:nvPicPr>
          <p:cNvPr id="357" name="AE321531-83E1-44A9-69E0-0B7332428324"/>
          <p:cNvPicPr>
            <a:picLocks noChangeAspect="1"/>
          </p:cNvPicPr>
          <p:nvPr/>
        </p:nvPicPr>
        <p:blipFill>
          <a:blip r:embed="rId6" cstate="print">
            <a:extLst>
              <a:ext uri="{C5E4A1F1-6671-465B-8C9A-4803FD3B3E2D}"/>
            </a:extLst>
          </a:blip>
          <a:srcRect/>
          <a:stretch>
            <a:fillRect/>
          </a:stretch>
        </p:blipFill>
        <p:spPr>
          <a:xfrm>
            <a:off x="8824814" y="2387782"/>
            <a:ext cx="1047750" cy="333375"/>
          </a:xfrm>
          <a:prstGeom prst="rect">
            <a:avLst/>
          </a:prstGeom>
        </p:spPr>
      </p:pic>
      <p:sp>
        <p:nvSpPr>
          <p:cNvPr id="358" name="VectorPath 358"/>
          <p:cNvSpPr/>
          <p:nvPr/>
        </p:nvSpPr>
        <p:spPr>
          <a:xfrm>
            <a:off x="9863040" y="2387782"/>
            <a:ext cx="1400175" cy="323850"/>
          </a:xfrm>
          <a:custGeom>
            <a:rect l="l" t="t" r="r" b="b"/>
            <a:pathLst>
              <a:path w="1400175" h="323850">
                <a:moveTo>
                  <a:pt x="0" y="0"/>
                </a:moveTo>
                <a:lnTo>
                  <a:pt x="1400175" y="0"/>
                </a:lnTo>
                <a:lnTo>
                  <a:pt x="1400175" y="323850"/>
                </a:lnTo>
                <a:lnTo>
                  <a:pt x="0" y="323850"/>
                </a:lnTo>
                <a:lnTo>
                  <a:pt x="0" y="0"/>
                </a:lnTo>
              </a:path>
            </a:pathLst>
          </a:custGeom>
          <a:solidFill>
            <a:srgbClr val="094780">
              <a:alpha val="100000"/>
            </a:srgbClr>
          </a:solidFill>
        </p:spPr>
      </p:sp>
      <p:pic>
        <p:nvPicPr>
          <p:cNvPr id="359" name="AC5A36F8-B966-4E15-76DC-2723D644C281"/>
          <p:cNvPicPr>
            <a:picLocks noChangeAspect="1"/>
          </p:cNvPicPr>
          <p:nvPr/>
        </p:nvPicPr>
        <p:blipFill>
          <a:blip r:embed="rId7" cstate="print">
            <a:extLst>
              <a:ext uri="{F88E9191-1FA3-4118-DE91-6A4568864463}"/>
            </a:extLst>
          </a:blip>
          <a:srcRect/>
          <a:stretch>
            <a:fillRect/>
          </a:stretch>
        </p:blipFill>
        <p:spPr>
          <a:xfrm>
            <a:off x="9863024" y="2387782"/>
            <a:ext cx="1409700" cy="333375"/>
          </a:xfrm>
          <a:prstGeom prst="rect">
            <a:avLst/>
          </a:prstGeom>
        </p:spPr>
      </p:pic>
      <p:sp>
        <p:nvSpPr>
          <p:cNvPr id="360" name="VectorPath 360"/>
          <p:cNvSpPr/>
          <p:nvPr/>
        </p:nvSpPr>
        <p:spPr>
          <a:xfrm>
            <a:off x="11263214" y="2387782"/>
            <a:ext cx="1000125" cy="323850"/>
          </a:xfrm>
          <a:custGeom>
            <a:rect l="l" t="t" r="r" b="b"/>
            <a:pathLst>
              <a:path w="1000125" h="323850">
                <a:moveTo>
                  <a:pt x="0" y="0"/>
                </a:moveTo>
                <a:lnTo>
                  <a:pt x="1000125" y="0"/>
                </a:lnTo>
                <a:lnTo>
                  <a:pt x="1000125" y="323850"/>
                </a:lnTo>
                <a:lnTo>
                  <a:pt x="0" y="323850"/>
                </a:lnTo>
                <a:lnTo>
                  <a:pt x="0" y="0"/>
                </a:lnTo>
              </a:path>
            </a:pathLst>
          </a:custGeom>
          <a:solidFill>
            <a:srgbClr val="094780">
              <a:alpha val="100000"/>
            </a:srgbClr>
          </a:solidFill>
        </p:spPr>
      </p:sp>
      <p:pic>
        <p:nvPicPr>
          <p:cNvPr id="361" name="90079CA8-DF9C-43D4-66D8-112248637365"/>
          <p:cNvPicPr>
            <a:picLocks noChangeAspect="1"/>
          </p:cNvPicPr>
          <p:nvPr/>
        </p:nvPicPr>
        <p:blipFill>
          <a:blip r:embed="rId8" cstate="print">
            <a:extLst>
              <a:ext uri="{736B37F8-D6A8-463D-52C6-53FF2947EA84}"/>
            </a:extLst>
          </a:blip>
          <a:srcRect/>
          <a:stretch>
            <a:fillRect/>
          </a:stretch>
        </p:blipFill>
        <p:spPr>
          <a:xfrm>
            <a:off x="11263214" y="2387782"/>
            <a:ext cx="1009650" cy="333375"/>
          </a:xfrm>
          <a:prstGeom prst="rect">
            <a:avLst/>
          </a:prstGeom>
        </p:spPr>
      </p:pic>
      <p:sp>
        <p:nvSpPr>
          <p:cNvPr id="362" name="VectorPath 362"/>
          <p:cNvSpPr/>
          <p:nvPr/>
        </p:nvSpPr>
        <p:spPr>
          <a:xfrm>
            <a:off x="7881840" y="2711632"/>
            <a:ext cx="942975" cy="276225"/>
          </a:xfrm>
          <a:custGeom>
            <a:rect l="l" t="t" r="r" b="b"/>
            <a:pathLst>
              <a:path w="942975" h="276225">
                <a:moveTo>
                  <a:pt x="0" y="0"/>
                </a:moveTo>
                <a:lnTo>
                  <a:pt x="942975" y="0"/>
                </a:lnTo>
                <a:lnTo>
                  <a:pt x="942975" y="276225"/>
                </a:lnTo>
                <a:lnTo>
                  <a:pt x="0" y="27622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63" name="943055E7-0955-4316-53B6-B8C059B0AB9E"/>
          <p:cNvPicPr>
            <a:picLocks noChangeAspect="1"/>
          </p:cNvPicPr>
          <p:nvPr/>
        </p:nvPicPr>
        <p:blipFill>
          <a:blip r:embed="rId9" cstate="print">
            <a:extLst>
              <a:ext uri="{95B49E0F-3B14-406C-0F3D-4F6FC27D8698}"/>
            </a:extLst>
          </a:blip>
          <a:srcRect/>
          <a:stretch>
            <a:fillRect/>
          </a:stretch>
        </p:blipFill>
        <p:spPr>
          <a:xfrm>
            <a:off x="7881824" y="2711632"/>
            <a:ext cx="952500" cy="285750"/>
          </a:xfrm>
          <a:prstGeom prst="rect">
            <a:avLst/>
          </a:prstGeom>
        </p:spPr>
      </p:pic>
      <p:sp>
        <p:nvSpPr>
          <p:cNvPr id="364" name="VectorPath 364"/>
          <p:cNvSpPr/>
          <p:nvPr/>
        </p:nvSpPr>
        <p:spPr>
          <a:xfrm>
            <a:off x="8824814" y="2711632"/>
            <a:ext cx="1038225" cy="276225"/>
          </a:xfrm>
          <a:custGeom>
            <a:rect l="l" t="t" r="r" b="b"/>
            <a:pathLst>
              <a:path w="1038225" h="276225">
                <a:moveTo>
                  <a:pt x="0" y="0"/>
                </a:moveTo>
                <a:lnTo>
                  <a:pt x="1038225" y="0"/>
                </a:lnTo>
                <a:lnTo>
                  <a:pt x="1038225" y="276225"/>
                </a:lnTo>
                <a:lnTo>
                  <a:pt x="0" y="27622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65" name="F9B49CB0-45FB-435C-1EE2-BE6298D6BF0F"/>
          <p:cNvPicPr>
            <a:picLocks noChangeAspect="1"/>
          </p:cNvPicPr>
          <p:nvPr/>
        </p:nvPicPr>
        <p:blipFill>
          <a:blip r:embed="rId10" cstate="print">
            <a:extLst>
              <a:ext uri="{140A041C-894D-420D-45F8-EBA336E07E2A}"/>
            </a:extLst>
          </a:blip>
          <a:srcRect/>
          <a:stretch>
            <a:fillRect/>
          </a:stretch>
        </p:blipFill>
        <p:spPr>
          <a:xfrm>
            <a:off x="8824814" y="2711632"/>
            <a:ext cx="1047750" cy="285750"/>
          </a:xfrm>
          <a:prstGeom prst="rect">
            <a:avLst/>
          </a:prstGeom>
        </p:spPr>
      </p:pic>
      <p:sp>
        <p:nvSpPr>
          <p:cNvPr id="366" name="VectorPath 366"/>
          <p:cNvSpPr/>
          <p:nvPr/>
        </p:nvSpPr>
        <p:spPr>
          <a:xfrm>
            <a:off x="9863040" y="2711632"/>
            <a:ext cx="1400175" cy="276225"/>
          </a:xfrm>
          <a:custGeom>
            <a:rect l="l" t="t" r="r" b="b"/>
            <a:pathLst>
              <a:path w="1400175" h="276225">
                <a:moveTo>
                  <a:pt x="0" y="0"/>
                </a:moveTo>
                <a:lnTo>
                  <a:pt x="1400175" y="0"/>
                </a:lnTo>
                <a:lnTo>
                  <a:pt x="1400175" y="276225"/>
                </a:lnTo>
                <a:lnTo>
                  <a:pt x="0" y="27622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67" name="949B3399-49D1-479E-31D1-1C78D2D5A648"/>
          <p:cNvPicPr>
            <a:picLocks noChangeAspect="1"/>
          </p:cNvPicPr>
          <p:nvPr/>
        </p:nvPicPr>
        <p:blipFill>
          <a:blip r:embed="rId11" cstate="print">
            <a:extLst>
              <a:ext uri="{ED10CA9F-386E-47DD-2113-A63768CDE27A}"/>
            </a:extLst>
          </a:blip>
          <a:srcRect/>
          <a:stretch>
            <a:fillRect/>
          </a:stretch>
        </p:blipFill>
        <p:spPr>
          <a:xfrm>
            <a:off x="9863024" y="2711632"/>
            <a:ext cx="1409700" cy="285750"/>
          </a:xfrm>
          <a:prstGeom prst="rect">
            <a:avLst/>
          </a:prstGeom>
        </p:spPr>
      </p:pic>
      <p:sp>
        <p:nvSpPr>
          <p:cNvPr id="368" name="VectorPath 368"/>
          <p:cNvSpPr/>
          <p:nvPr/>
        </p:nvSpPr>
        <p:spPr>
          <a:xfrm>
            <a:off x="11263214" y="2711632"/>
            <a:ext cx="1000125" cy="276225"/>
          </a:xfrm>
          <a:custGeom>
            <a:rect l="l" t="t" r="r" b="b"/>
            <a:pathLst>
              <a:path w="1000125" h="276225">
                <a:moveTo>
                  <a:pt x="0" y="0"/>
                </a:moveTo>
                <a:lnTo>
                  <a:pt x="1000125" y="0"/>
                </a:lnTo>
                <a:lnTo>
                  <a:pt x="1000125" y="276225"/>
                </a:lnTo>
                <a:lnTo>
                  <a:pt x="0" y="276225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69" name="F7892023-5509-46CA-4F87-FD42BFE19492"/>
          <p:cNvPicPr>
            <a:picLocks noChangeAspect="1"/>
          </p:cNvPicPr>
          <p:nvPr/>
        </p:nvPicPr>
        <p:blipFill>
          <a:blip r:embed="rId12" cstate="print">
            <a:extLst>
              <a:ext uri="{CF29CFB5-C077-4E54-965B-F3FA37000EDA}"/>
            </a:extLst>
          </a:blip>
          <a:srcRect/>
          <a:stretch>
            <a:fillRect/>
          </a:stretch>
        </p:blipFill>
        <p:spPr>
          <a:xfrm>
            <a:off x="11263214" y="2711632"/>
            <a:ext cx="1009650" cy="285750"/>
          </a:xfrm>
          <a:prstGeom prst="rect">
            <a:avLst/>
          </a:prstGeom>
        </p:spPr>
      </p:pic>
      <p:sp>
        <p:nvSpPr>
          <p:cNvPr id="370" name="VectorPath 370"/>
          <p:cNvSpPr/>
          <p:nvPr/>
        </p:nvSpPr>
        <p:spPr>
          <a:xfrm>
            <a:off x="7881840" y="2987857"/>
            <a:ext cx="942975" cy="266700"/>
          </a:xfrm>
          <a:custGeom>
            <a:rect l="l" t="t" r="r" b="b"/>
            <a:pathLst>
              <a:path w="942975" h="266700">
                <a:moveTo>
                  <a:pt x="0" y="0"/>
                </a:moveTo>
                <a:lnTo>
                  <a:pt x="942975" y="0"/>
                </a:lnTo>
                <a:lnTo>
                  <a:pt x="9429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71" name="8FA669DF-DD1F-41BD-4C32-5297CBA095B7"/>
          <p:cNvPicPr>
            <a:picLocks noChangeAspect="1"/>
          </p:cNvPicPr>
          <p:nvPr/>
        </p:nvPicPr>
        <p:blipFill>
          <a:blip r:embed="rId13" cstate="print">
            <a:extLst>
              <a:ext uri="{ADE67E6A-279E-47F3-3074-C835EA35381B}"/>
            </a:extLst>
          </a:blip>
          <a:srcRect/>
          <a:stretch>
            <a:fillRect/>
          </a:stretch>
        </p:blipFill>
        <p:spPr>
          <a:xfrm>
            <a:off x="7881824" y="2987857"/>
            <a:ext cx="952500" cy="276225"/>
          </a:xfrm>
          <a:prstGeom prst="rect">
            <a:avLst/>
          </a:prstGeom>
        </p:spPr>
      </p:pic>
      <p:sp>
        <p:nvSpPr>
          <p:cNvPr id="372" name="VectorPath 372"/>
          <p:cNvSpPr/>
          <p:nvPr/>
        </p:nvSpPr>
        <p:spPr>
          <a:xfrm>
            <a:off x="8824814" y="2987857"/>
            <a:ext cx="1038225" cy="266700"/>
          </a:xfrm>
          <a:custGeom>
            <a:rect l="l" t="t" r="r" b="b"/>
            <a:pathLst>
              <a:path w="1038225" h="266700">
                <a:moveTo>
                  <a:pt x="0" y="0"/>
                </a:moveTo>
                <a:lnTo>
                  <a:pt x="1038225" y="0"/>
                </a:lnTo>
                <a:lnTo>
                  <a:pt x="10382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73" name="005EEA5D-102B-404C-CDEA-4965FBF21385"/>
          <p:cNvPicPr>
            <a:picLocks noChangeAspect="1"/>
          </p:cNvPicPr>
          <p:nvPr/>
        </p:nvPicPr>
        <p:blipFill>
          <a:blip r:embed="rId14" cstate="print">
            <a:extLst>
              <a:ext uri="{E808DBE9-8357-4411-FC9B-04B0B7DD2BD9}"/>
            </a:extLst>
          </a:blip>
          <a:srcRect/>
          <a:stretch>
            <a:fillRect/>
          </a:stretch>
        </p:blipFill>
        <p:spPr>
          <a:xfrm>
            <a:off x="8824814" y="2987857"/>
            <a:ext cx="1047750" cy="276225"/>
          </a:xfrm>
          <a:prstGeom prst="rect">
            <a:avLst/>
          </a:prstGeom>
        </p:spPr>
      </p:pic>
      <p:sp>
        <p:nvSpPr>
          <p:cNvPr id="374" name="VectorPath 374"/>
          <p:cNvSpPr/>
          <p:nvPr/>
        </p:nvSpPr>
        <p:spPr>
          <a:xfrm>
            <a:off x="9863040" y="2987857"/>
            <a:ext cx="1400175" cy="266700"/>
          </a:xfrm>
          <a:custGeom>
            <a:rect l="l" t="t" r="r" b="b"/>
            <a:pathLst>
              <a:path w="1400175" h="266700">
                <a:moveTo>
                  <a:pt x="0" y="0"/>
                </a:moveTo>
                <a:lnTo>
                  <a:pt x="1400175" y="0"/>
                </a:lnTo>
                <a:lnTo>
                  <a:pt x="14001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75" name="0F19B409-916F-416A-FEC5-F474E7792388"/>
          <p:cNvPicPr>
            <a:picLocks noChangeAspect="1"/>
          </p:cNvPicPr>
          <p:nvPr/>
        </p:nvPicPr>
        <p:blipFill>
          <a:blip r:embed="rId15" cstate="print">
            <a:extLst>
              <a:ext uri="{F5EB20EA-9491-43DB-21DA-921707AD9386}"/>
            </a:extLst>
          </a:blip>
          <a:srcRect/>
          <a:stretch>
            <a:fillRect/>
          </a:stretch>
        </p:blipFill>
        <p:spPr>
          <a:xfrm>
            <a:off x="9863024" y="2987857"/>
            <a:ext cx="1409700" cy="276225"/>
          </a:xfrm>
          <a:prstGeom prst="rect">
            <a:avLst/>
          </a:prstGeom>
        </p:spPr>
      </p:pic>
      <p:sp>
        <p:nvSpPr>
          <p:cNvPr id="376" name="VectorPath 376"/>
          <p:cNvSpPr/>
          <p:nvPr/>
        </p:nvSpPr>
        <p:spPr>
          <a:xfrm>
            <a:off x="11263214" y="2987857"/>
            <a:ext cx="1000125" cy="266700"/>
          </a:xfrm>
          <a:custGeom>
            <a:rect l="l" t="t" r="r" b="b"/>
            <a:pathLst>
              <a:path w="1000125" h="266700">
                <a:moveTo>
                  <a:pt x="0" y="0"/>
                </a:moveTo>
                <a:lnTo>
                  <a:pt x="1000125" y="0"/>
                </a:lnTo>
                <a:lnTo>
                  <a:pt x="10001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77" name="2A3DD983-E84E-48D4-22DF-3E31C0D98B14"/>
          <p:cNvPicPr>
            <a:picLocks noChangeAspect="1"/>
          </p:cNvPicPr>
          <p:nvPr/>
        </p:nvPicPr>
        <p:blipFill>
          <a:blip r:embed="rId16" cstate="print">
            <a:extLst>
              <a:ext uri="{FC38D702-C23C-4F2F-DD2E-378105F4ECB6}"/>
            </a:extLst>
          </a:blip>
          <a:srcRect/>
          <a:stretch>
            <a:fillRect/>
          </a:stretch>
        </p:blipFill>
        <p:spPr>
          <a:xfrm>
            <a:off x="11263214" y="2987857"/>
            <a:ext cx="1009650" cy="276225"/>
          </a:xfrm>
          <a:prstGeom prst="rect">
            <a:avLst/>
          </a:prstGeom>
        </p:spPr>
      </p:pic>
      <p:sp>
        <p:nvSpPr>
          <p:cNvPr id="378" name="VectorPath 378"/>
          <p:cNvSpPr/>
          <p:nvPr/>
        </p:nvSpPr>
        <p:spPr>
          <a:xfrm>
            <a:off x="7881840" y="3254557"/>
            <a:ext cx="942975" cy="266700"/>
          </a:xfrm>
          <a:custGeom>
            <a:rect l="l" t="t" r="r" b="b"/>
            <a:pathLst>
              <a:path w="942975" h="266700">
                <a:moveTo>
                  <a:pt x="0" y="0"/>
                </a:moveTo>
                <a:lnTo>
                  <a:pt x="942975" y="0"/>
                </a:lnTo>
                <a:lnTo>
                  <a:pt x="9429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79" name="F374310C-0E87-4F3C-5B91-59E44DA0047B"/>
          <p:cNvPicPr>
            <a:picLocks noChangeAspect="1"/>
          </p:cNvPicPr>
          <p:nvPr/>
        </p:nvPicPr>
        <p:blipFill>
          <a:blip r:embed="rId17" cstate="print">
            <a:extLst>
              <a:ext uri="{3B3869B5-4842-4B8A-98AE-3F43253B19F9}"/>
            </a:extLst>
          </a:blip>
          <a:srcRect/>
          <a:stretch>
            <a:fillRect/>
          </a:stretch>
        </p:blipFill>
        <p:spPr>
          <a:xfrm>
            <a:off x="7881824" y="3254563"/>
            <a:ext cx="952500" cy="276225"/>
          </a:xfrm>
          <a:prstGeom prst="rect">
            <a:avLst/>
          </a:prstGeom>
        </p:spPr>
      </p:pic>
      <p:sp>
        <p:nvSpPr>
          <p:cNvPr id="380" name="VectorPath 380"/>
          <p:cNvSpPr/>
          <p:nvPr/>
        </p:nvSpPr>
        <p:spPr>
          <a:xfrm>
            <a:off x="8824814" y="3254557"/>
            <a:ext cx="1038225" cy="266700"/>
          </a:xfrm>
          <a:custGeom>
            <a:rect l="l" t="t" r="r" b="b"/>
            <a:pathLst>
              <a:path w="1038225" h="266700">
                <a:moveTo>
                  <a:pt x="0" y="0"/>
                </a:moveTo>
                <a:lnTo>
                  <a:pt x="1038225" y="0"/>
                </a:lnTo>
                <a:lnTo>
                  <a:pt x="10382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81" name="756F70CB-6EBE-4827-07D8-C68C89B5D661"/>
          <p:cNvPicPr>
            <a:picLocks noChangeAspect="1"/>
          </p:cNvPicPr>
          <p:nvPr/>
        </p:nvPicPr>
        <p:blipFill>
          <a:blip r:embed="rId18" cstate="print">
            <a:extLst>
              <a:ext uri="{9B867A0D-0F1A-4D8C-9CDC-A30F1951E1CF}"/>
            </a:extLst>
          </a:blip>
          <a:srcRect/>
          <a:stretch>
            <a:fillRect/>
          </a:stretch>
        </p:blipFill>
        <p:spPr>
          <a:xfrm>
            <a:off x="8824814" y="3254563"/>
            <a:ext cx="1047750" cy="276225"/>
          </a:xfrm>
          <a:prstGeom prst="rect">
            <a:avLst/>
          </a:prstGeom>
        </p:spPr>
      </p:pic>
      <p:sp>
        <p:nvSpPr>
          <p:cNvPr id="382" name="VectorPath 382"/>
          <p:cNvSpPr/>
          <p:nvPr/>
        </p:nvSpPr>
        <p:spPr>
          <a:xfrm>
            <a:off x="9863040" y="3254557"/>
            <a:ext cx="1400175" cy="266700"/>
          </a:xfrm>
          <a:custGeom>
            <a:rect l="l" t="t" r="r" b="b"/>
            <a:pathLst>
              <a:path w="1400175" h="266700">
                <a:moveTo>
                  <a:pt x="0" y="0"/>
                </a:moveTo>
                <a:lnTo>
                  <a:pt x="1400175" y="0"/>
                </a:lnTo>
                <a:lnTo>
                  <a:pt x="14001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83" name="4EB4EEF5-010D-418C-8F6D-F9676EACD35A"/>
          <p:cNvPicPr>
            <a:picLocks noChangeAspect="1"/>
          </p:cNvPicPr>
          <p:nvPr/>
        </p:nvPicPr>
        <p:blipFill>
          <a:blip r:embed="rId19" cstate="print">
            <a:extLst>
              <a:ext uri="{7D2BE3C7-CB0E-4C45-056A-B3CF1B104E82}"/>
            </a:extLst>
          </a:blip>
          <a:srcRect/>
          <a:stretch>
            <a:fillRect/>
          </a:stretch>
        </p:blipFill>
        <p:spPr>
          <a:xfrm>
            <a:off x="9863024" y="3254563"/>
            <a:ext cx="1409700" cy="276225"/>
          </a:xfrm>
          <a:prstGeom prst="rect">
            <a:avLst/>
          </a:prstGeom>
        </p:spPr>
      </p:pic>
      <p:sp>
        <p:nvSpPr>
          <p:cNvPr id="384" name="VectorPath 384"/>
          <p:cNvSpPr/>
          <p:nvPr/>
        </p:nvSpPr>
        <p:spPr>
          <a:xfrm>
            <a:off x="11263214" y="3254557"/>
            <a:ext cx="1000125" cy="266700"/>
          </a:xfrm>
          <a:custGeom>
            <a:rect l="l" t="t" r="r" b="b"/>
            <a:pathLst>
              <a:path w="1000125" h="266700">
                <a:moveTo>
                  <a:pt x="0" y="0"/>
                </a:moveTo>
                <a:lnTo>
                  <a:pt x="1000125" y="0"/>
                </a:lnTo>
                <a:lnTo>
                  <a:pt x="10001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85" name="F53EFF36-F983-4BEA-FE0F-CE7DF1C28C15"/>
          <p:cNvPicPr>
            <a:picLocks noChangeAspect="1"/>
          </p:cNvPicPr>
          <p:nvPr/>
        </p:nvPicPr>
        <p:blipFill>
          <a:blip r:embed="rId20" cstate="print">
            <a:extLst>
              <a:ext uri="{6F78BB6A-0113-4042-4EB1-4AFB0F32ECD8}"/>
            </a:extLst>
          </a:blip>
          <a:srcRect/>
          <a:stretch>
            <a:fillRect/>
          </a:stretch>
        </p:blipFill>
        <p:spPr>
          <a:xfrm>
            <a:off x="11263214" y="3254563"/>
            <a:ext cx="1009650" cy="276225"/>
          </a:xfrm>
          <a:prstGeom prst="rect">
            <a:avLst/>
          </a:prstGeom>
        </p:spPr>
      </p:pic>
      <p:sp>
        <p:nvSpPr>
          <p:cNvPr id="386" name="VectorPath 386"/>
          <p:cNvSpPr/>
          <p:nvPr/>
        </p:nvSpPr>
        <p:spPr>
          <a:xfrm>
            <a:off x="7881840" y="3521257"/>
            <a:ext cx="942975" cy="266700"/>
          </a:xfrm>
          <a:custGeom>
            <a:rect l="l" t="t" r="r" b="b"/>
            <a:pathLst>
              <a:path w="942975" h="266700">
                <a:moveTo>
                  <a:pt x="0" y="0"/>
                </a:moveTo>
                <a:lnTo>
                  <a:pt x="942975" y="0"/>
                </a:lnTo>
                <a:lnTo>
                  <a:pt x="9429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87" name="FD5C70BC-7BC9-49E6-414C-17A300648785"/>
          <p:cNvPicPr>
            <a:picLocks noChangeAspect="1"/>
          </p:cNvPicPr>
          <p:nvPr/>
        </p:nvPicPr>
        <p:blipFill>
          <a:blip r:embed="rId21" cstate="print">
            <a:extLst>
              <a:ext uri="{5344598B-D90A-4530-BA77-1E3BF5C2CFF8}"/>
            </a:extLst>
          </a:blip>
          <a:srcRect/>
          <a:stretch>
            <a:fillRect/>
          </a:stretch>
        </p:blipFill>
        <p:spPr>
          <a:xfrm>
            <a:off x="7881824" y="3521263"/>
            <a:ext cx="952500" cy="276225"/>
          </a:xfrm>
          <a:prstGeom prst="rect">
            <a:avLst/>
          </a:prstGeom>
        </p:spPr>
      </p:pic>
      <p:sp>
        <p:nvSpPr>
          <p:cNvPr id="388" name="VectorPath 388"/>
          <p:cNvSpPr/>
          <p:nvPr/>
        </p:nvSpPr>
        <p:spPr>
          <a:xfrm>
            <a:off x="8824814" y="3521257"/>
            <a:ext cx="1038225" cy="266700"/>
          </a:xfrm>
          <a:custGeom>
            <a:rect l="l" t="t" r="r" b="b"/>
            <a:pathLst>
              <a:path w="1038225" h="266700">
                <a:moveTo>
                  <a:pt x="0" y="0"/>
                </a:moveTo>
                <a:lnTo>
                  <a:pt x="1038225" y="0"/>
                </a:lnTo>
                <a:lnTo>
                  <a:pt x="10382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89" name="465C60C5-810E-48D2-A4D7-9CD7AFD04A78"/>
          <p:cNvPicPr>
            <a:picLocks noChangeAspect="1"/>
          </p:cNvPicPr>
          <p:nvPr/>
        </p:nvPicPr>
        <p:blipFill>
          <a:blip r:embed="rId22" cstate="print">
            <a:extLst>
              <a:ext uri="{72AF777C-6090-4153-FC09-791ED8B7D772}"/>
            </a:extLst>
          </a:blip>
          <a:srcRect/>
          <a:stretch>
            <a:fillRect/>
          </a:stretch>
        </p:blipFill>
        <p:spPr>
          <a:xfrm>
            <a:off x="8824814" y="3521263"/>
            <a:ext cx="1047750" cy="276225"/>
          </a:xfrm>
          <a:prstGeom prst="rect">
            <a:avLst/>
          </a:prstGeom>
        </p:spPr>
      </p:pic>
      <p:sp>
        <p:nvSpPr>
          <p:cNvPr id="390" name="VectorPath 390"/>
          <p:cNvSpPr/>
          <p:nvPr/>
        </p:nvSpPr>
        <p:spPr>
          <a:xfrm>
            <a:off x="9863040" y="3521257"/>
            <a:ext cx="1400175" cy="266700"/>
          </a:xfrm>
          <a:custGeom>
            <a:rect l="l" t="t" r="r" b="b"/>
            <a:pathLst>
              <a:path w="1400175" h="266700">
                <a:moveTo>
                  <a:pt x="0" y="0"/>
                </a:moveTo>
                <a:lnTo>
                  <a:pt x="1400175" y="0"/>
                </a:lnTo>
                <a:lnTo>
                  <a:pt x="14001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91" name="BCF88054-B63D-4116-13A3-189E76B700CE"/>
          <p:cNvPicPr>
            <a:picLocks noChangeAspect="1"/>
          </p:cNvPicPr>
          <p:nvPr/>
        </p:nvPicPr>
        <p:blipFill>
          <a:blip r:embed="rId23" cstate="print">
            <a:extLst>
              <a:ext uri="{459E527B-F9FF-44AE-DE75-F37A50F6C032}"/>
            </a:extLst>
          </a:blip>
          <a:srcRect/>
          <a:stretch>
            <a:fillRect/>
          </a:stretch>
        </p:blipFill>
        <p:spPr>
          <a:xfrm>
            <a:off x="9863024" y="3521263"/>
            <a:ext cx="1409700" cy="276225"/>
          </a:xfrm>
          <a:prstGeom prst="rect">
            <a:avLst/>
          </a:prstGeom>
        </p:spPr>
      </p:pic>
      <p:sp>
        <p:nvSpPr>
          <p:cNvPr id="392" name="VectorPath 392"/>
          <p:cNvSpPr/>
          <p:nvPr/>
        </p:nvSpPr>
        <p:spPr>
          <a:xfrm>
            <a:off x="11263214" y="3521257"/>
            <a:ext cx="1000125" cy="266700"/>
          </a:xfrm>
          <a:custGeom>
            <a:rect l="l" t="t" r="r" b="b"/>
            <a:pathLst>
              <a:path w="1000125" h="266700">
                <a:moveTo>
                  <a:pt x="0" y="0"/>
                </a:moveTo>
                <a:lnTo>
                  <a:pt x="1000125" y="0"/>
                </a:lnTo>
                <a:lnTo>
                  <a:pt x="10001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41A4FF">
              <a:alpha val="100000"/>
            </a:srgbClr>
          </a:solidFill>
        </p:spPr>
      </p:sp>
      <p:pic>
        <p:nvPicPr>
          <p:cNvPr id="393" name="0C50FDFA-901C-4487-E0B6-7C1B5B772656"/>
          <p:cNvPicPr>
            <a:picLocks noChangeAspect="1"/>
          </p:cNvPicPr>
          <p:nvPr/>
        </p:nvPicPr>
        <p:blipFill>
          <a:blip r:embed="rId24" cstate="print">
            <a:extLst>
              <a:ext uri="{F89652A3-60EF-4822-BD1F-62CCCC01A69B}"/>
            </a:extLst>
          </a:blip>
          <a:srcRect/>
          <a:stretch>
            <a:fillRect/>
          </a:stretch>
        </p:blipFill>
        <p:spPr>
          <a:xfrm>
            <a:off x="11263214" y="3521263"/>
            <a:ext cx="1009650" cy="276225"/>
          </a:xfrm>
          <a:prstGeom prst="rect">
            <a:avLst/>
          </a:prstGeom>
        </p:spPr>
      </p:pic>
      <p:sp>
        <p:nvSpPr>
          <p:cNvPr id="394" name="VectorPath 394"/>
          <p:cNvSpPr/>
          <p:nvPr/>
        </p:nvSpPr>
        <p:spPr>
          <a:xfrm>
            <a:off x="7881840" y="3787957"/>
            <a:ext cx="942975" cy="266700"/>
          </a:xfrm>
          <a:custGeom>
            <a:rect l="l" t="t" r="r" b="b"/>
            <a:pathLst>
              <a:path w="942975" h="266700">
                <a:moveTo>
                  <a:pt x="0" y="0"/>
                </a:moveTo>
                <a:lnTo>
                  <a:pt x="942975" y="0"/>
                </a:lnTo>
                <a:lnTo>
                  <a:pt x="9429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95" name="B0C87B2C-3D1B-4391-91E1-82D41B36959D"/>
          <p:cNvPicPr>
            <a:picLocks noChangeAspect="1"/>
          </p:cNvPicPr>
          <p:nvPr/>
        </p:nvPicPr>
        <p:blipFill>
          <a:blip r:embed="rId25" cstate="print">
            <a:extLst>
              <a:ext uri="{8ECD84FB-09C7-4566-0CCC-BBEAA889F475}"/>
            </a:extLst>
          </a:blip>
          <a:srcRect/>
          <a:stretch>
            <a:fillRect/>
          </a:stretch>
        </p:blipFill>
        <p:spPr>
          <a:xfrm>
            <a:off x="7881824" y="3787963"/>
            <a:ext cx="952500" cy="276225"/>
          </a:xfrm>
          <a:prstGeom prst="rect">
            <a:avLst/>
          </a:prstGeom>
        </p:spPr>
      </p:pic>
      <p:sp>
        <p:nvSpPr>
          <p:cNvPr id="396" name="VectorPath 396"/>
          <p:cNvSpPr/>
          <p:nvPr/>
        </p:nvSpPr>
        <p:spPr>
          <a:xfrm>
            <a:off x="8824814" y="3787957"/>
            <a:ext cx="1038225" cy="266700"/>
          </a:xfrm>
          <a:custGeom>
            <a:rect l="l" t="t" r="r" b="b"/>
            <a:pathLst>
              <a:path w="1038225" h="266700">
                <a:moveTo>
                  <a:pt x="0" y="0"/>
                </a:moveTo>
                <a:lnTo>
                  <a:pt x="1038225" y="0"/>
                </a:lnTo>
                <a:lnTo>
                  <a:pt x="10382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97" name="62E7C644-27F7-448E-92E6-671DC28F77B1"/>
          <p:cNvPicPr>
            <a:picLocks noChangeAspect="1"/>
          </p:cNvPicPr>
          <p:nvPr/>
        </p:nvPicPr>
        <p:blipFill>
          <a:blip r:embed="rId26" cstate="print">
            <a:extLst>
              <a:ext uri="{4B8FA0FA-7332-4395-ABFA-8798B455667B}"/>
            </a:extLst>
          </a:blip>
          <a:srcRect/>
          <a:stretch>
            <a:fillRect/>
          </a:stretch>
        </p:blipFill>
        <p:spPr>
          <a:xfrm>
            <a:off x="8824814" y="3787963"/>
            <a:ext cx="1047750" cy="276225"/>
          </a:xfrm>
          <a:prstGeom prst="rect">
            <a:avLst/>
          </a:prstGeom>
        </p:spPr>
      </p:pic>
      <p:sp>
        <p:nvSpPr>
          <p:cNvPr id="398" name="VectorPath 398"/>
          <p:cNvSpPr/>
          <p:nvPr/>
        </p:nvSpPr>
        <p:spPr>
          <a:xfrm>
            <a:off x="9863040" y="3787957"/>
            <a:ext cx="1400175" cy="266700"/>
          </a:xfrm>
          <a:custGeom>
            <a:rect l="l" t="t" r="r" b="b"/>
            <a:pathLst>
              <a:path w="1400175" h="266700">
                <a:moveTo>
                  <a:pt x="0" y="0"/>
                </a:moveTo>
                <a:lnTo>
                  <a:pt x="1400175" y="0"/>
                </a:lnTo>
                <a:lnTo>
                  <a:pt x="140017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399" name="10500DED-B063-429E-3689-5B53349B67C8"/>
          <p:cNvPicPr>
            <a:picLocks noChangeAspect="1"/>
          </p:cNvPicPr>
          <p:nvPr/>
        </p:nvPicPr>
        <p:blipFill>
          <a:blip r:embed="rId27" cstate="print">
            <a:extLst>
              <a:ext uri="{7747DC1D-75DD-4BAB-98BC-E99AA118C539}"/>
            </a:extLst>
          </a:blip>
          <a:srcRect/>
          <a:stretch>
            <a:fillRect/>
          </a:stretch>
        </p:blipFill>
        <p:spPr>
          <a:xfrm>
            <a:off x="9863024" y="3787963"/>
            <a:ext cx="1409700" cy="276225"/>
          </a:xfrm>
          <a:prstGeom prst="rect">
            <a:avLst/>
          </a:prstGeom>
        </p:spPr>
      </p:pic>
      <p:sp>
        <p:nvSpPr>
          <p:cNvPr id="400" name="VectorPath 400"/>
          <p:cNvSpPr/>
          <p:nvPr/>
        </p:nvSpPr>
        <p:spPr>
          <a:xfrm>
            <a:off x="11263214" y="3787957"/>
            <a:ext cx="1000125" cy="266700"/>
          </a:xfrm>
          <a:custGeom>
            <a:rect l="l" t="t" r="r" b="b"/>
            <a:pathLst>
              <a:path w="1000125" h="266700">
                <a:moveTo>
                  <a:pt x="0" y="0"/>
                </a:moveTo>
                <a:lnTo>
                  <a:pt x="1000125" y="0"/>
                </a:lnTo>
                <a:lnTo>
                  <a:pt x="1000125" y="266700"/>
                </a:lnTo>
                <a:lnTo>
                  <a:pt x="0" y="266700"/>
                </a:lnTo>
                <a:lnTo>
                  <a:pt x="0" y="0"/>
                </a:lnTo>
              </a:path>
            </a:pathLst>
          </a:custGeom>
          <a:solidFill>
            <a:srgbClr val="A0D1FF">
              <a:alpha val="100000"/>
            </a:srgbClr>
          </a:solidFill>
        </p:spPr>
      </p:sp>
      <p:pic>
        <p:nvPicPr>
          <p:cNvPr id="401" name="022AE705-9747-47DC-3F58-A22E811B9550"/>
          <p:cNvPicPr>
            <a:picLocks noChangeAspect="1"/>
          </p:cNvPicPr>
          <p:nvPr/>
        </p:nvPicPr>
        <p:blipFill>
          <a:blip r:embed="rId28" cstate="print">
            <a:extLst>
              <a:ext uri="{1EE4C261-866B-47A7-6E73-9CA387110D13}"/>
            </a:extLst>
          </a:blip>
          <a:srcRect/>
          <a:stretch>
            <a:fillRect/>
          </a:stretch>
        </p:blipFill>
        <p:spPr>
          <a:xfrm>
            <a:off x="7881824" y="3787963"/>
            <a:ext cx="4391025" cy="762000"/>
          </a:xfrm>
          <a:prstGeom prst="rect">
            <a:avLst/>
          </a:prstGeom>
        </p:spPr>
      </p:pic>
      <p:grpSp>
        <p:nvGrpSpPr>
          <p:cNvPr id="402" name="Combination 402"/>
          <p:cNvGrpSpPr/>
          <p:nvPr/>
        </p:nvGrpSpPr>
        <p:grpSpPr>
          <a:xfrm>
            <a:off x="319525" y="1061881"/>
            <a:ext cx="1095375" cy="771525"/>
            <a:chOff x="319525" y="1061881"/>
            <a:chExt cx="1095375" cy="771525"/>
          </a:xfrm>
        </p:grpSpPr>
        <p:sp>
          <p:nvSpPr>
            <p:cNvPr id="403" name="VectorPath 403"/>
            <p:cNvSpPr/>
            <p:nvPr/>
          </p:nvSpPr>
          <p:spPr>
            <a:xfrm>
              <a:off x="324287" y="1066643"/>
              <a:ext cx="1085850" cy="762000"/>
            </a:xfrm>
            <a:custGeom>
              <a:rect l="l" t="t" r="r" b="b"/>
              <a:pathLst>
                <a:path w="1085850" h="762000">
                  <a:moveTo>
                    <a:pt x="1051408" y="544"/>
                  </a:moveTo>
                  <a:cubicBezTo>
                    <a:pt x="1054085" y="1359"/>
                    <a:pt x="1056761" y="2174"/>
                    <a:pt x="1059390" y="3263"/>
                  </a:cubicBezTo>
                  <a:lnTo>
                    <a:pt x="1059495" y="3306"/>
                  </a:lnTo>
                  <a:cubicBezTo>
                    <a:pt x="1064700" y="5479"/>
                    <a:pt x="1069303" y="8562"/>
                    <a:pt x="1073296" y="12554"/>
                  </a:cubicBezTo>
                  <a:lnTo>
                    <a:pt x="1073377" y="12635"/>
                  </a:lnTo>
                  <a:cubicBezTo>
                    <a:pt x="1077357" y="16635"/>
                    <a:pt x="1080426" y="21243"/>
                    <a:pt x="1082583" y="26460"/>
                  </a:cubicBezTo>
                  <a:lnTo>
                    <a:pt x="1082627" y="26565"/>
                  </a:lnTo>
                  <a:cubicBezTo>
                    <a:pt x="1084764" y="31749"/>
                    <a:pt x="1085836" y="37143"/>
                    <a:pt x="1085850" y="42749"/>
                  </a:cubicBezTo>
                  <a:lnTo>
                    <a:pt x="1085850" y="719251"/>
                  </a:lnTo>
                  <a:lnTo>
                    <a:pt x="1085307" y="727555"/>
                  </a:lnTo>
                  <a:cubicBezTo>
                    <a:pt x="1084488" y="730243"/>
                    <a:pt x="1083672" y="732918"/>
                    <a:pt x="1082583" y="735540"/>
                  </a:cubicBezTo>
                  <a:lnTo>
                    <a:pt x="1082540" y="735645"/>
                  </a:lnTo>
                  <a:cubicBezTo>
                    <a:pt x="1080370" y="740853"/>
                    <a:pt x="1077289" y="745453"/>
                    <a:pt x="1073296" y="749446"/>
                  </a:cubicBezTo>
                  <a:lnTo>
                    <a:pt x="1073216" y="749526"/>
                  </a:lnTo>
                  <a:cubicBezTo>
                    <a:pt x="1069215" y="753506"/>
                    <a:pt x="1064603" y="756577"/>
                    <a:pt x="1059390" y="758737"/>
                  </a:cubicBezTo>
                  <a:lnTo>
                    <a:pt x="1059285" y="758780"/>
                  </a:lnTo>
                  <a:cubicBezTo>
                    <a:pt x="1054111" y="760910"/>
                    <a:pt x="1048718" y="761985"/>
                    <a:pt x="1043101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7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4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59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4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043101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04" name="VectorPath 404"/>
            <p:cNvSpPr/>
            <p:nvPr/>
          </p:nvSpPr>
          <p:spPr>
            <a:xfrm>
              <a:off x="319525" y="1061881"/>
              <a:ext cx="1095375" cy="771525"/>
            </a:xfrm>
            <a:custGeom>
              <a:rect l="l" t="t" r="r" b="b"/>
              <a:pathLst>
                <a:path w="1095375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7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4" y="5850"/>
                    <a:pt x="41941" y="4763"/>
                    <a:pt x="47625" y="4763"/>
                  </a:cubicBezTo>
                  <a:lnTo>
                    <a:pt x="1047750" y="4763"/>
                  </a:lnTo>
                  <a:cubicBezTo>
                    <a:pt x="1053437" y="4763"/>
                    <a:pt x="1058904" y="5850"/>
                    <a:pt x="1064152" y="8025"/>
                  </a:cubicBezTo>
                  <a:cubicBezTo>
                    <a:pt x="1069400" y="10200"/>
                    <a:pt x="1074039" y="13298"/>
                    <a:pt x="1078059" y="17317"/>
                  </a:cubicBezTo>
                  <a:cubicBezTo>
                    <a:pt x="1082078" y="21336"/>
                    <a:pt x="1085174" y="25971"/>
                    <a:pt x="1087346" y="31222"/>
                  </a:cubicBezTo>
                  <a:cubicBezTo>
                    <a:pt x="1089527" y="36473"/>
                    <a:pt x="1090613" y="41941"/>
                    <a:pt x="1090613" y="47625"/>
                  </a:cubicBezTo>
                  <a:lnTo>
                    <a:pt x="1090613" y="723900"/>
                  </a:lnTo>
                  <a:cubicBezTo>
                    <a:pt x="1090613" y="729583"/>
                    <a:pt x="1089527" y="735052"/>
                    <a:pt x="1087346" y="740303"/>
                  </a:cubicBezTo>
                  <a:cubicBezTo>
                    <a:pt x="1085174" y="745554"/>
                    <a:pt x="1082078" y="750189"/>
                    <a:pt x="1078059" y="754209"/>
                  </a:cubicBezTo>
                  <a:cubicBezTo>
                    <a:pt x="1074039" y="758227"/>
                    <a:pt x="1069400" y="761325"/>
                    <a:pt x="1064152" y="763499"/>
                  </a:cubicBezTo>
                  <a:cubicBezTo>
                    <a:pt x="1058904" y="765675"/>
                    <a:pt x="1053437" y="766763"/>
                    <a:pt x="1047750" y="766763"/>
                  </a:cubicBezTo>
                  <a:lnTo>
                    <a:pt x="47625" y="766763"/>
                  </a:lnTo>
                  <a:cubicBezTo>
                    <a:pt x="41941" y="766763"/>
                    <a:pt x="36474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7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05" name="BF2D606E-3087-453B-376D-3123E58F18BA"/>
          <p:cNvPicPr>
            <a:picLocks noChangeAspect="1"/>
          </p:cNvPicPr>
          <p:nvPr/>
        </p:nvPicPr>
        <p:blipFill>
          <a:blip r:embed="rId29" cstate="print">
            <a:extLst>
              <a:ext uri="{FBDF53B9-EB4B-4DE9-E113-FAEF842939DF}"/>
            </a:extLst>
          </a:blip>
          <a:srcRect/>
          <a:stretch>
            <a:fillRect/>
          </a:stretch>
        </p:blipFill>
        <p:spPr>
          <a:xfrm>
            <a:off x="596412" y="1125730"/>
            <a:ext cx="571500" cy="114300"/>
          </a:xfrm>
          <a:prstGeom prst="rect">
            <a:avLst/>
          </a:prstGeom>
        </p:spPr>
      </p:pic>
      <p:grpSp>
        <p:nvGrpSpPr>
          <p:cNvPr id="406" name="Combination 406"/>
          <p:cNvGrpSpPr/>
          <p:nvPr/>
        </p:nvGrpSpPr>
        <p:grpSpPr>
          <a:xfrm>
            <a:off x="1561872" y="1061881"/>
            <a:ext cx="1209675" cy="771525"/>
            <a:chOff x="1561872" y="1061881"/>
            <a:chExt cx="1209675" cy="771525"/>
          </a:xfrm>
        </p:grpSpPr>
        <p:sp>
          <p:nvSpPr>
            <p:cNvPr id="407" name="VectorPath 407"/>
            <p:cNvSpPr/>
            <p:nvPr/>
          </p:nvSpPr>
          <p:spPr>
            <a:xfrm>
              <a:off x="1566634" y="1066643"/>
              <a:ext cx="1200150" cy="762000"/>
            </a:xfrm>
            <a:custGeom>
              <a:rect l="l" t="t" r="r" b="b"/>
              <a:pathLst>
                <a:path w="1200150" h="762000">
                  <a:moveTo>
                    <a:pt x="1165708" y="544"/>
                  </a:moveTo>
                  <a:cubicBezTo>
                    <a:pt x="1168385" y="1359"/>
                    <a:pt x="1171061" y="2174"/>
                    <a:pt x="1173690" y="3263"/>
                  </a:cubicBezTo>
                  <a:lnTo>
                    <a:pt x="1173794" y="3306"/>
                  </a:lnTo>
                  <a:cubicBezTo>
                    <a:pt x="1179000" y="5479"/>
                    <a:pt x="1183603" y="8562"/>
                    <a:pt x="1187596" y="12554"/>
                  </a:cubicBezTo>
                  <a:lnTo>
                    <a:pt x="1187677" y="12635"/>
                  </a:lnTo>
                  <a:cubicBezTo>
                    <a:pt x="1191657" y="16635"/>
                    <a:pt x="1194726" y="21243"/>
                    <a:pt x="1196883" y="26460"/>
                  </a:cubicBezTo>
                  <a:lnTo>
                    <a:pt x="1196927" y="26565"/>
                  </a:lnTo>
                  <a:cubicBezTo>
                    <a:pt x="1199064" y="31749"/>
                    <a:pt x="1200136" y="37143"/>
                    <a:pt x="1200150" y="42749"/>
                  </a:cubicBezTo>
                  <a:lnTo>
                    <a:pt x="1200150" y="719251"/>
                  </a:lnTo>
                  <a:lnTo>
                    <a:pt x="1199607" y="727555"/>
                  </a:lnTo>
                  <a:cubicBezTo>
                    <a:pt x="1198788" y="730243"/>
                    <a:pt x="1197972" y="732918"/>
                    <a:pt x="1196883" y="735540"/>
                  </a:cubicBezTo>
                  <a:lnTo>
                    <a:pt x="1196839" y="735645"/>
                  </a:lnTo>
                  <a:cubicBezTo>
                    <a:pt x="1194670" y="740853"/>
                    <a:pt x="1191589" y="745453"/>
                    <a:pt x="1187596" y="749446"/>
                  </a:cubicBezTo>
                  <a:lnTo>
                    <a:pt x="1187516" y="749526"/>
                  </a:lnTo>
                  <a:cubicBezTo>
                    <a:pt x="1183515" y="753506"/>
                    <a:pt x="1178903" y="756577"/>
                    <a:pt x="1173690" y="758737"/>
                  </a:cubicBezTo>
                  <a:lnTo>
                    <a:pt x="1173585" y="758780"/>
                  </a:lnTo>
                  <a:cubicBezTo>
                    <a:pt x="1168411" y="760910"/>
                    <a:pt x="1163018" y="761985"/>
                    <a:pt x="1157401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6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4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59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4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157401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08" name="VectorPath 408"/>
            <p:cNvSpPr/>
            <p:nvPr/>
          </p:nvSpPr>
          <p:spPr>
            <a:xfrm>
              <a:off x="1561872" y="1061881"/>
              <a:ext cx="1209675" cy="771525"/>
            </a:xfrm>
            <a:custGeom>
              <a:rect l="l" t="t" r="r" b="b"/>
              <a:pathLst>
                <a:path w="1209675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7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4" y="5850"/>
                    <a:pt x="41941" y="4763"/>
                    <a:pt x="47625" y="4763"/>
                  </a:cubicBezTo>
                  <a:lnTo>
                    <a:pt x="1162050" y="4763"/>
                  </a:lnTo>
                  <a:cubicBezTo>
                    <a:pt x="1167737" y="4763"/>
                    <a:pt x="1173204" y="5850"/>
                    <a:pt x="1178452" y="8025"/>
                  </a:cubicBezTo>
                  <a:cubicBezTo>
                    <a:pt x="1183700" y="10200"/>
                    <a:pt x="1188339" y="13298"/>
                    <a:pt x="1192359" y="17317"/>
                  </a:cubicBezTo>
                  <a:cubicBezTo>
                    <a:pt x="1196378" y="21336"/>
                    <a:pt x="1199474" y="25971"/>
                    <a:pt x="1201645" y="31222"/>
                  </a:cubicBezTo>
                  <a:cubicBezTo>
                    <a:pt x="1203827" y="36473"/>
                    <a:pt x="1204913" y="41941"/>
                    <a:pt x="1204913" y="47625"/>
                  </a:cubicBezTo>
                  <a:lnTo>
                    <a:pt x="1204913" y="723900"/>
                  </a:lnTo>
                  <a:cubicBezTo>
                    <a:pt x="1204913" y="729583"/>
                    <a:pt x="1203827" y="735052"/>
                    <a:pt x="1201645" y="740303"/>
                  </a:cubicBezTo>
                  <a:cubicBezTo>
                    <a:pt x="1199474" y="745554"/>
                    <a:pt x="1196378" y="750189"/>
                    <a:pt x="1192359" y="754209"/>
                  </a:cubicBezTo>
                  <a:cubicBezTo>
                    <a:pt x="1188339" y="758227"/>
                    <a:pt x="1183700" y="761325"/>
                    <a:pt x="1178452" y="763499"/>
                  </a:cubicBezTo>
                  <a:cubicBezTo>
                    <a:pt x="1173204" y="765675"/>
                    <a:pt x="1167737" y="766763"/>
                    <a:pt x="1162050" y="766763"/>
                  </a:cubicBezTo>
                  <a:lnTo>
                    <a:pt x="47625" y="766763"/>
                  </a:lnTo>
                  <a:cubicBezTo>
                    <a:pt x="41941" y="766763"/>
                    <a:pt x="36474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7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09" name="B622B55D-39CC-4ACC-6DB7-85E3EF69857B"/>
          <p:cNvPicPr>
            <a:picLocks noChangeAspect="1"/>
          </p:cNvPicPr>
          <p:nvPr/>
        </p:nvPicPr>
        <p:blipFill>
          <a:blip r:embed="rId30" cstate="print">
            <a:extLst>
              <a:ext uri="{1DB6DC09-2B9F-4B8C-3890-F82EF8EA4A44}"/>
            </a:extLst>
          </a:blip>
          <a:srcRect/>
          <a:stretch>
            <a:fillRect/>
          </a:stretch>
        </p:blipFill>
        <p:spPr>
          <a:xfrm>
            <a:off x="1658312" y="1114938"/>
            <a:ext cx="1038225" cy="104775"/>
          </a:xfrm>
          <a:prstGeom prst="rect">
            <a:avLst/>
          </a:prstGeom>
        </p:spPr>
      </p:pic>
      <p:grpSp>
        <p:nvGrpSpPr>
          <p:cNvPr id="410" name="Combination 410"/>
          <p:cNvGrpSpPr/>
          <p:nvPr/>
        </p:nvGrpSpPr>
        <p:grpSpPr>
          <a:xfrm>
            <a:off x="2910273" y="1061881"/>
            <a:ext cx="1133475" cy="771525"/>
            <a:chOff x="2910273" y="1061881"/>
            <a:chExt cx="1133475" cy="771525"/>
          </a:xfrm>
        </p:grpSpPr>
        <p:sp>
          <p:nvSpPr>
            <p:cNvPr id="411" name="VectorPath 411"/>
            <p:cNvSpPr/>
            <p:nvPr/>
          </p:nvSpPr>
          <p:spPr>
            <a:xfrm>
              <a:off x="2915036" y="1066643"/>
              <a:ext cx="1123950" cy="762000"/>
            </a:xfrm>
            <a:custGeom>
              <a:rect l="l" t="t" r="r" b="b"/>
              <a:pathLst>
                <a:path w="1123950" h="762000">
                  <a:moveTo>
                    <a:pt x="1089508" y="544"/>
                  </a:moveTo>
                  <a:cubicBezTo>
                    <a:pt x="1092184" y="1359"/>
                    <a:pt x="1094861" y="2174"/>
                    <a:pt x="1097490" y="3263"/>
                  </a:cubicBezTo>
                  <a:lnTo>
                    <a:pt x="1097594" y="3306"/>
                  </a:lnTo>
                  <a:cubicBezTo>
                    <a:pt x="1102800" y="5479"/>
                    <a:pt x="1107403" y="8562"/>
                    <a:pt x="1111396" y="12554"/>
                  </a:cubicBezTo>
                  <a:lnTo>
                    <a:pt x="1111477" y="12635"/>
                  </a:lnTo>
                  <a:cubicBezTo>
                    <a:pt x="1115457" y="16635"/>
                    <a:pt x="1118526" y="21243"/>
                    <a:pt x="1120683" y="26460"/>
                  </a:cubicBezTo>
                  <a:lnTo>
                    <a:pt x="1120726" y="26565"/>
                  </a:lnTo>
                  <a:cubicBezTo>
                    <a:pt x="1122864" y="31749"/>
                    <a:pt x="1123936" y="37143"/>
                    <a:pt x="1123950" y="42749"/>
                  </a:cubicBezTo>
                  <a:lnTo>
                    <a:pt x="1123950" y="719251"/>
                  </a:lnTo>
                  <a:lnTo>
                    <a:pt x="1123407" y="727555"/>
                  </a:lnTo>
                  <a:cubicBezTo>
                    <a:pt x="1122588" y="730243"/>
                    <a:pt x="1121772" y="732918"/>
                    <a:pt x="1120683" y="735540"/>
                  </a:cubicBezTo>
                  <a:lnTo>
                    <a:pt x="1120640" y="735645"/>
                  </a:lnTo>
                  <a:cubicBezTo>
                    <a:pt x="1118470" y="740853"/>
                    <a:pt x="1115389" y="745453"/>
                    <a:pt x="1111396" y="749446"/>
                  </a:cubicBezTo>
                  <a:lnTo>
                    <a:pt x="1111316" y="749526"/>
                  </a:lnTo>
                  <a:cubicBezTo>
                    <a:pt x="1107315" y="753506"/>
                    <a:pt x="1102703" y="756577"/>
                    <a:pt x="1097490" y="758737"/>
                  </a:cubicBezTo>
                  <a:lnTo>
                    <a:pt x="1097384" y="758780"/>
                  </a:lnTo>
                  <a:cubicBezTo>
                    <a:pt x="1092211" y="760910"/>
                    <a:pt x="1086818" y="761985"/>
                    <a:pt x="1081201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6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5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59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5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081201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12" name="VectorPath 412"/>
            <p:cNvSpPr/>
            <p:nvPr/>
          </p:nvSpPr>
          <p:spPr>
            <a:xfrm>
              <a:off x="2910273" y="1061881"/>
              <a:ext cx="1133475" cy="771525"/>
            </a:xfrm>
            <a:custGeom>
              <a:rect l="l" t="t" r="r" b="b"/>
              <a:pathLst>
                <a:path w="1133475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7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4" y="5850"/>
                    <a:pt x="41941" y="4763"/>
                    <a:pt x="47625" y="4763"/>
                  </a:cubicBezTo>
                  <a:lnTo>
                    <a:pt x="1085850" y="4763"/>
                  </a:lnTo>
                  <a:cubicBezTo>
                    <a:pt x="1091537" y="4763"/>
                    <a:pt x="1097004" y="5850"/>
                    <a:pt x="1102252" y="8025"/>
                  </a:cubicBezTo>
                  <a:cubicBezTo>
                    <a:pt x="1107500" y="10200"/>
                    <a:pt x="1112139" y="13298"/>
                    <a:pt x="1116158" y="17317"/>
                  </a:cubicBezTo>
                  <a:cubicBezTo>
                    <a:pt x="1120178" y="21336"/>
                    <a:pt x="1123274" y="25971"/>
                    <a:pt x="1125445" y="31222"/>
                  </a:cubicBezTo>
                  <a:cubicBezTo>
                    <a:pt x="1127627" y="36473"/>
                    <a:pt x="1128713" y="41941"/>
                    <a:pt x="1128713" y="47625"/>
                  </a:cubicBezTo>
                  <a:lnTo>
                    <a:pt x="1128713" y="723900"/>
                  </a:lnTo>
                  <a:cubicBezTo>
                    <a:pt x="1128713" y="729583"/>
                    <a:pt x="1127627" y="735052"/>
                    <a:pt x="1125445" y="740303"/>
                  </a:cubicBezTo>
                  <a:cubicBezTo>
                    <a:pt x="1123274" y="745554"/>
                    <a:pt x="1120178" y="750189"/>
                    <a:pt x="1116158" y="754209"/>
                  </a:cubicBezTo>
                  <a:cubicBezTo>
                    <a:pt x="1112139" y="758227"/>
                    <a:pt x="1107500" y="761325"/>
                    <a:pt x="1102252" y="763499"/>
                  </a:cubicBezTo>
                  <a:cubicBezTo>
                    <a:pt x="1097004" y="765675"/>
                    <a:pt x="1091537" y="766763"/>
                    <a:pt x="1085850" y="766763"/>
                  </a:cubicBezTo>
                  <a:lnTo>
                    <a:pt x="47625" y="766763"/>
                  </a:lnTo>
                  <a:cubicBezTo>
                    <a:pt x="41941" y="766763"/>
                    <a:pt x="36474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7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13" name="26DBE665-01AC-46AD-79CB-B38C78F85379"/>
          <p:cNvPicPr>
            <a:picLocks noChangeAspect="1"/>
          </p:cNvPicPr>
          <p:nvPr/>
        </p:nvPicPr>
        <p:blipFill>
          <a:blip r:embed="rId31" cstate="print">
            <a:extLst>
              <a:ext uri="{E6CE69CC-6E74-487E-FB20-9931044D2949}"/>
            </a:extLst>
          </a:blip>
          <a:srcRect/>
          <a:stretch>
            <a:fillRect/>
          </a:stretch>
        </p:blipFill>
        <p:spPr>
          <a:xfrm>
            <a:off x="3256961" y="1125730"/>
            <a:ext cx="476250" cy="114300"/>
          </a:xfrm>
          <a:prstGeom prst="rect">
            <a:avLst/>
          </a:prstGeom>
        </p:spPr>
      </p:pic>
      <p:grpSp>
        <p:nvGrpSpPr>
          <p:cNvPr id="414" name="Combination 414"/>
          <p:cNvGrpSpPr/>
          <p:nvPr/>
        </p:nvGrpSpPr>
        <p:grpSpPr>
          <a:xfrm>
            <a:off x="4243518" y="1061881"/>
            <a:ext cx="1238250" cy="771525"/>
            <a:chOff x="4243518" y="1061881"/>
            <a:chExt cx="1238250" cy="771525"/>
          </a:xfrm>
        </p:grpSpPr>
        <p:sp>
          <p:nvSpPr>
            <p:cNvPr id="415" name="VectorPath 415"/>
            <p:cNvSpPr/>
            <p:nvPr/>
          </p:nvSpPr>
          <p:spPr>
            <a:xfrm>
              <a:off x="4248280" y="1066643"/>
              <a:ext cx="1228725" cy="762000"/>
            </a:xfrm>
            <a:custGeom>
              <a:rect l="l" t="t" r="r" b="b"/>
              <a:pathLst>
                <a:path w="1228725" h="762000">
                  <a:moveTo>
                    <a:pt x="1194283" y="544"/>
                  </a:moveTo>
                  <a:cubicBezTo>
                    <a:pt x="1196960" y="1359"/>
                    <a:pt x="1199637" y="2174"/>
                    <a:pt x="1202265" y="3263"/>
                  </a:cubicBezTo>
                  <a:lnTo>
                    <a:pt x="1202370" y="3306"/>
                  </a:lnTo>
                  <a:cubicBezTo>
                    <a:pt x="1207575" y="5479"/>
                    <a:pt x="1212178" y="8562"/>
                    <a:pt x="1216252" y="12635"/>
                  </a:cubicBezTo>
                  <a:lnTo>
                    <a:pt x="1221739" y="18891"/>
                  </a:lnTo>
                  <a:cubicBezTo>
                    <a:pt x="1223055" y="21363"/>
                    <a:pt x="1224372" y="23834"/>
                    <a:pt x="1225458" y="26460"/>
                  </a:cubicBezTo>
                  <a:lnTo>
                    <a:pt x="1225502" y="26565"/>
                  </a:lnTo>
                  <a:cubicBezTo>
                    <a:pt x="1227639" y="31749"/>
                    <a:pt x="1228711" y="37143"/>
                    <a:pt x="1228725" y="42749"/>
                  </a:cubicBezTo>
                  <a:lnTo>
                    <a:pt x="1228725" y="719251"/>
                  </a:lnTo>
                  <a:lnTo>
                    <a:pt x="1228182" y="727555"/>
                  </a:lnTo>
                  <a:cubicBezTo>
                    <a:pt x="1227363" y="730242"/>
                    <a:pt x="1226547" y="732918"/>
                    <a:pt x="1225458" y="735540"/>
                  </a:cubicBezTo>
                  <a:lnTo>
                    <a:pt x="1225415" y="735645"/>
                  </a:lnTo>
                  <a:cubicBezTo>
                    <a:pt x="1223245" y="740853"/>
                    <a:pt x="1220164" y="745453"/>
                    <a:pt x="1216171" y="749446"/>
                  </a:cubicBezTo>
                  <a:lnTo>
                    <a:pt x="1216091" y="749526"/>
                  </a:lnTo>
                  <a:cubicBezTo>
                    <a:pt x="1212090" y="753506"/>
                    <a:pt x="1207478" y="756577"/>
                    <a:pt x="1202265" y="758737"/>
                  </a:cubicBezTo>
                  <a:lnTo>
                    <a:pt x="1202160" y="758780"/>
                  </a:lnTo>
                  <a:cubicBezTo>
                    <a:pt x="1196986" y="760910"/>
                    <a:pt x="1191592" y="761985"/>
                    <a:pt x="1185976" y="762000"/>
                  </a:cubicBezTo>
                  <a:lnTo>
                    <a:pt x="42749" y="762000"/>
                  </a:lnTo>
                  <a:lnTo>
                    <a:pt x="34445" y="761456"/>
                  </a:lnTo>
                  <a:cubicBezTo>
                    <a:pt x="31765" y="760640"/>
                    <a:pt x="29085" y="759825"/>
                    <a:pt x="26460" y="758737"/>
                  </a:cubicBezTo>
                  <a:lnTo>
                    <a:pt x="26355" y="758693"/>
                  </a:lnTo>
                  <a:cubicBezTo>
                    <a:pt x="21147" y="756521"/>
                    <a:pt x="16547" y="753438"/>
                    <a:pt x="12474" y="749366"/>
                  </a:cubicBezTo>
                  <a:lnTo>
                    <a:pt x="6986" y="743109"/>
                  </a:lnTo>
                  <a:cubicBezTo>
                    <a:pt x="5668" y="740637"/>
                    <a:pt x="4350" y="738166"/>
                    <a:pt x="3263" y="735540"/>
                  </a:cubicBezTo>
                  <a:lnTo>
                    <a:pt x="3219" y="735435"/>
                  </a:lnTo>
                  <a:cubicBezTo>
                    <a:pt x="1088" y="730252"/>
                    <a:pt x="14" y="724856"/>
                    <a:pt x="0" y="719251"/>
                  </a:cubicBezTo>
                  <a:lnTo>
                    <a:pt x="0" y="42749"/>
                  </a:lnTo>
                  <a:lnTo>
                    <a:pt x="544" y="34445"/>
                  </a:lnTo>
                  <a:cubicBezTo>
                    <a:pt x="1360" y="31765"/>
                    <a:pt x="2175" y="29085"/>
                    <a:pt x="3263" y="26460"/>
                  </a:cubicBezTo>
                  <a:lnTo>
                    <a:pt x="3306" y="26355"/>
                  </a:lnTo>
                  <a:cubicBezTo>
                    <a:pt x="5479" y="21147"/>
                    <a:pt x="8562" y="16547"/>
                    <a:pt x="12554" y="12554"/>
                  </a:cubicBezTo>
                  <a:lnTo>
                    <a:pt x="12635" y="12474"/>
                  </a:lnTo>
                  <a:cubicBezTo>
                    <a:pt x="16635" y="8494"/>
                    <a:pt x="21243" y="5423"/>
                    <a:pt x="26460" y="3263"/>
                  </a:cubicBezTo>
                  <a:lnTo>
                    <a:pt x="26565" y="3219"/>
                  </a:lnTo>
                  <a:cubicBezTo>
                    <a:pt x="31749" y="1088"/>
                    <a:pt x="37143" y="14"/>
                    <a:pt x="42749" y="0"/>
                  </a:cubicBezTo>
                  <a:lnTo>
                    <a:pt x="118597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16" name="VectorPath 416"/>
            <p:cNvSpPr/>
            <p:nvPr/>
          </p:nvSpPr>
          <p:spPr>
            <a:xfrm>
              <a:off x="4243518" y="1061881"/>
              <a:ext cx="1238250" cy="771525"/>
            </a:xfrm>
            <a:custGeom>
              <a:rect l="l" t="t" r="r" b="b"/>
              <a:pathLst>
                <a:path w="1238250" h="771525">
                  <a:moveTo>
                    <a:pt x="4763" y="723900"/>
                  </a:moveTo>
                  <a:lnTo>
                    <a:pt x="4763" y="47625"/>
                  </a:lnTo>
                  <a:cubicBezTo>
                    <a:pt x="4763" y="41941"/>
                    <a:pt x="5850" y="36473"/>
                    <a:pt x="8025" y="31222"/>
                  </a:cubicBezTo>
                  <a:cubicBezTo>
                    <a:pt x="10200" y="25971"/>
                    <a:pt x="13298" y="21336"/>
                    <a:pt x="17317" y="17317"/>
                  </a:cubicBezTo>
                  <a:cubicBezTo>
                    <a:pt x="21336" y="13298"/>
                    <a:pt x="25971" y="10200"/>
                    <a:pt x="31222" y="8025"/>
                  </a:cubicBezTo>
                  <a:cubicBezTo>
                    <a:pt x="36473" y="5850"/>
                    <a:pt x="41941" y="4763"/>
                    <a:pt x="47625" y="4763"/>
                  </a:cubicBezTo>
                  <a:lnTo>
                    <a:pt x="1190625" y="4763"/>
                  </a:lnTo>
                  <a:cubicBezTo>
                    <a:pt x="1196312" y="4763"/>
                    <a:pt x="1201779" y="5850"/>
                    <a:pt x="1207027" y="8025"/>
                  </a:cubicBezTo>
                  <a:cubicBezTo>
                    <a:pt x="1212275" y="10200"/>
                    <a:pt x="1216914" y="13298"/>
                    <a:pt x="1220934" y="17317"/>
                  </a:cubicBezTo>
                  <a:cubicBezTo>
                    <a:pt x="1224953" y="21336"/>
                    <a:pt x="1228049" y="25971"/>
                    <a:pt x="1230221" y="31222"/>
                  </a:cubicBezTo>
                  <a:cubicBezTo>
                    <a:pt x="1232402" y="36473"/>
                    <a:pt x="1233488" y="41941"/>
                    <a:pt x="1233488" y="47625"/>
                  </a:cubicBezTo>
                  <a:lnTo>
                    <a:pt x="1233488" y="723900"/>
                  </a:lnTo>
                  <a:cubicBezTo>
                    <a:pt x="1233488" y="729583"/>
                    <a:pt x="1232402" y="735052"/>
                    <a:pt x="1230221" y="740303"/>
                  </a:cubicBezTo>
                  <a:cubicBezTo>
                    <a:pt x="1228049" y="745554"/>
                    <a:pt x="1224953" y="750189"/>
                    <a:pt x="1220934" y="754209"/>
                  </a:cubicBezTo>
                  <a:cubicBezTo>
                    <a:pt x="1216914" y="758227"/>
                    <a:pt x="1212275" y="761325"/>
                    <a:pt x="1207027" y="763499"/>
                  </a:cubicBezTo>
                  <a:cubicBezTo>
                    <a:pt x="1201779" y="765675"/>
                    <a:pt x="1196312" y="766763"/>
                    <a:pt x="1190625" y="766763"/>
                  </a:cubicBezTo>
                  <a:lnTo>
                    <a:pt x="47625" y="766763"/>
                  </a:lnTo>
                  <a:cubicBezTo>
                    <a:pt x="41941" y="766763"/>
                    <a:pt x="36473" y="765675"/>
                    <a:pt x="31222" y="763499"/>
                  </a:cubicBezTo>
                  <a:cubicBezTo>
                    <a:pt x="25971" y="761325"/>
                    <a:pt x="21336" y="758227"/>
                    <a:pt x="17317" y="754209"/>
                  </a:cubicBezTo>
                  <a:cubicBezTo>
                    <a:pt x="13298" y="750189"/>
                    <a:pt x="10200" y="745554"/>
                    <a:pt x="8025" y="740303"/>
                  </a:cubicBezTo>
                  <a:cubicBezTo>
                    <a:pt x="5850" y="735052"/>
                    <a:pt x="4763" y="729583"/>
                    <a:pt x="4763" y="723900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17" name="C3F4C885-019D-4C74-6B43-59913A73DB42"/>
          <p:cNvPicPr>
            <a:picLocks noChangeAspect="1"/>
          </p:cNvPicPr>
          <p:nvPr/>
        </p:nvPicPr>
        <p:blipFill>
          <a:blip r:embed="rId32" cstate="print">
            <a:extLst>
              <a:ext uri="{EF1A7BC9-9B66-42BE-577B-11281244CD59}"/>
            </a:extLst>
          </a:blip>
          <a:srcRect/>
          <a:stretch>
            <a:fillRect/>
          </a:stretch>
        </p:blipFill>
        <p:spPr>
          <a:xfrm>
            <a:off x="4518907" y="1114194"/>
            <a:ext cx="714375" cy="266700"/>
          </a:xfrm>
          <a:prstGeom prst="rect">
            <a:avLst/>
          </a:prstGeom>
        </p:spPr>
      </p:pic>
      <p:sp>
        <p:nvSpPr>
          <p:cNvPr id="418" name="VectorPath 418"/>
          <p:cNvSpPr/>
          <p:nvPr/>
        </p:nvSpPr>
        <p:spPr>
          <a:xfrm>
            <a:off x="9243214" y="334656"/>
            <a:ext cx="3086100" cy="590550"/>
          </a:xfrm>
          <a:custGeom>
            <a:rect l="l" t="t" r="r" b="b"/>
            <a:pathLst>
              <a:path w="3086100" h="590550">
                <a:moveTo>
                  <a:pt x="0" y="0"/>
                </a:moveTo>
                <a:lnTo>
                  <a:pt x="3086100" y="0"/>
                </a:lnTo>
                <a:lnTo>
                  <a:pt x="3086100" y="590550"/>
                </a:lnTo>
                <a:lnTo>
                  <a:pt x="0" y="59055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6000"/>
            </a:srgbClr>
          </a:solidFill>
        </p:spPr>
      </p:sp>
      <p:pic>
        <p:nvPicPr>
          <p:cNvPr id="419" name="F649E53E-40E1-4A09-4074-C657ACDD5071"/>
          <p:cNvPicPr>
            <a:picLocks noChangeAspect="1"/>
          </p:cNvPicPr>
          <p:nvPr/>
        </p:nvPicPr>
        <p:blipFill>
          <a:blip r:embed="rId33" cstate="print">
            <a:extLst>
              <a:ext uri="{F8ECCB61-B25E-4452-0D11-23F7FCAEC3AA}"/>
            </a:extLst>
          </a:blip>
          <a:srcRect/>
          <a:stretch>
            <a:fillRect/>
          </a:stretch>
        </p:blipFill>
        <p:spPr>
          <a:xfrm>
            <a:off x="9367862" y="406019"/>
            <a:ext cx="1047750" cy="133350"/>
          </a:xfrm>
          <a:prstGeom prst="rect">
            <a:avLst/>
          </a:prstGeom>
        </p:spPr>
      </p:pic>
      <p:grpSp>
        <p:nvGrpSpPr>
          <p:cNvPr id="420" name="Combination 420"/>
          <p:cNvGrpSpPr/>
          <p:nvPr/>
        </p:nvGrpSpPr>
        <p:grpSpPr>
          <a:xfrm>
            <a:off x="5622220" y="349803"/>
            <a:ext cx="6611843" cy="590550"/>
            <a:chOff x="5622220" y="349803"/>
            <a:chExt cx="6611843" cy="590550"/>
          </a:xfrm>
        </p:grpSpPr>
        <p:sp>
          <p:nvSpPr>
            <p:cNvPr id="421" name="VectorPath 421"/>
            <p:cNvSpPr/>
            <p:nvPr/>
          </p:nvSpPr>
          <p:spPr>
            <a:xfrm>
              <a:off x="9338462" y="601356"/>
              <a:ext cx="2895600" cy="257175"/>
            </a:xfrm>
            <a:custGeom>
              <a:rect l="l" t="t" r="r" b="b"/>
              <a:pathLst>
                <a:path w="2895600" h="257175">
                  <a:moveTo>
                    <a:pt x="0" y="0"/>
                  </a:moveTo>
                  <a:lnTo>
                    <a:pt x="2895600" y="0"/>
                  </a:lnTo>
                  <a:lnTo>
                    <a:pt x="2895600" y="257175"/>
                  </a:lnTo>
                  <a:lnTo>
                    <a:pt x="0" y="257175"/>
                  </a:lnTo>
                  <a:lnTo>
                    <a:pt x="0" y="0"/>
                  </a:lnTo>
                </a:path>
              </a:pathLst>
            </a:custGeom>
            <a:solidFill>
              <a:srgbClr val="094780">
                <a:alpha val="100000"/>
              </a:srgbClr>
            </a:solidFill>
          </p:spPr>
        </p:sp>
        <p:sp>
          <p:nvSpPr>
            <p:cNvPr id="422" name="VectorPath 422"/>
            <p:cNvSpPr/>
            <p:nvPr/>
          </p:nvSpPr>
          <p:spPr>
            <a:xfrm>
              <a:off x="5622220" y="349803"/>
              <a:ext cx="3390900" cy="590550"/>
            </a:xfrm>
            <a:custGeom>
              <a:rect l="l" t="t" r="r" b="b"/>
              <a:pathLst>
                <a:path w="3390900" h="590550">
                  <a:moveTo>
                    <a:pt x="0" y="0"/>
                  </a:moveTo>
                  <a:lnTo>
                    <a:pt x="3390900" y="0"/>
                  </a:lnTo>
                  <a:lnTo>
                    <a:pt x="3390900" y="590550"/>
                  </a:lnTo>
                  <a:lnTo>
                    <a:pt x="0" y="59055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423" name="TextBox423"/>
          <p:cNvSpPr txBox="1"/>
          <p:nvPr/>
        </p:nvSpPr>
        <p:spPr>
          <a:xfrm>
            <a:off x="486212" y="421608"/>
            <a:ext cx="4832580" cy="4188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Credit</a:t>
            </a:r>
            <a:r>
              <a:rPr baseline="0" lang="en-US" altLang="zh-CN" sz="2750" kern="0" spc="-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Card</a:t>
            </a:r>
            <a:r>
              <a:rPr baseline="0" lang="en-US" altLang="zh-CN" sz="2750" kern="0" spc="-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Customer</a:t>
            </a:r>
            <a:r>
              <a:rPr baseline="0" lang="en-US" altLang="zh-CN" sz="2750" kern="0" spc="-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750" kern="0" spc="0" baseline="0" b="1" noProof="0" dirty="0" smtClean="0">
                <a:solidFill>
                  <a:srgbClr val="0D6AB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</a:t>
            </a:r>
          </a:p>
        </p:txBody>
      </p:sp>
      <p:graphicFrame>
        <p:nvGraphicFramePr>
          <p:cNvPr id="424" name="Table424"/>
          <p:cNvGraphicFramePr>
            <a:graphicFrameLocks noGrp="1"/>
          </p:cNvGraphicFramePr>
          <p:nvPr/>
        </p:nvGraphicFramePr>
        <p:xfrm>
          <a:off x="5669860" y="397428"/>
          <a:ext cx="3298480" cy="495622"/>
        </p:xfrm>
        <a:graphic>
          <a:graphicData uri="http://schemas.openxmlformats.org/drawingml/2006/table">
            <a:tbl>
              <a:tblPr firstRow="1" bandRow="1">
                <a:tableStyleId>{EC9775F2-8F88-4A27-EFCF-0BC57734166B}</a:tableStyleId>
              </a:tblPr>
              <a:tblGrid>
                <a:gridCol w="888757"/>
                <a:gridCol w="818883"/>
                <a:gridCol w="798071"/>
                <a:gridCol w="792768"/>
              </a:tblGrid>
              <a:tr h="495622">
                <a:tc>
                  <a:txBody>
                    <a:bodyPr/>
                    <a:lstStyle/>
                    <a:p>
                      <a:pPr marL="40878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5953" marR="7144" marT="56703" marB="5268"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780"/>
                    </a:solidFill>
                  </a:tcPr>
                </a:tc>
                <a:tc>
                  <a:txBody>
                    <a:bodyPr/>
                    <a:lstStyle/>
                    <a:p>
                      <a:pPr marL="40377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6671" marB="5236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7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7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BF"/>
                    </a:solidFill>
                  </a:tcPr>
                </a:tc>
                <a:tc>
                  <a:txBody>
                    <a:bodyPr/>
                    <a:lstStyle/>
                    <a:p>
                      <a:pPr marL="40349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56661" marB="5226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A4FF"/>
                    </a:solidFill>
                  </a:tcPr>
                </a:tc>
                <a:tc>
                  <a:txBody>
                    <a:bodyPr/>
                    <a:lstStyle/>
                    <a:p>
                      <a:pPr marL="40435" marR="0" indent="0" eaLnBrk="0">
                        <a:lnSpc>
                          <a:spcPct val="100308"/>
                        </a:lnSpc>
                        <a:spcBef>
                          <a:spcPts val="407"/>
                        </a:spcBef>
                      </a:pPr>
                      <a:r>
                        <a:rPr lang="en-US" altLang="zh-CN" sz="135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Q</a:t>
                      </a:r>
                      <a:r>
                        <a:rPr lang="en-US" altLang="zh-CN" sz="135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</a:t>
                      </a:r>
                    </a:p>
                    <a:p>
                      <a:pPr marL="0" marR="0" indent="0" eaLnBrk="0">
                        <a:lnSpc>
                          <a:spcPct val="14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5953" marT="56659" marB="5224">
                    <a:lnL w="1428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BBFF"/>
                    </a:solidFill>
                  </a:tcPr>
                </a:tc>
              </a:tr>
            </a:tbl>
          </a:graphicData>
        </a:graphic>
      </p:graphicFrame>
      <p:sp>
        <p:nvSpPr>
          <p:cNvPr id="425" name="TextBox425"/>
          <p:cNvSpPr txBox="1"/>
          <p:nvPr/>
        </p:nvSpPr>
        <p:spPr>
          <a:xfrm>
            <a:off x="9367038" y="357012"/>
            <a:ext cx="1043363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15" baseline="0" noProof="0" dirty="0" smtClean="0">
                <a:solidFill>
                  <a:srgbClr val="000000">
                    <a:alpha val="0"/>
                  </a:srgbClr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W</a:t>
            </a:r>
            <a:r>
              <a:rPr lang="en-US" altLang="zh-CN" sz="1200" kern="0" spc="0" baseline="0" noProof="0" dirty="0" smtClean="0">
                <a:solidFill>
                  <a:srgbClr val="000000">
                    <a:alpha val="0"/>
                  </a:srgbClr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eek_Start_Date</a:t>
            </a:r>
          </a:p>
        </p:txBody>
      </p:sp>
      <p:pic>
        <p:nvPicPr>
          <p:cNvPr id="426" name="E113E14A-05F6-4E09-102E-F93D59E0B6FF"/>
          <p:cNvPicPr>
            <a:picLocks noChangeAspect="1"/>
          </p:cNvPicPr>
          <p:nvPr/>
        </p:nvPicPr>
        <p:blipFill>
          <a:blip r:embed="rId34" cstate="print">
            <a:extLst>
              <a:ext uri="{E4FFB1A9-18E5-4937-1694-80617F1510FC}"/>
            </a:extLst>
          </a:blip>
          <a:srcRect/>
          <a:stretch>
            <a:fillRect/>
          </a:stretch>
        </p:blipFill>
        <p:spPr>
          <a:xfrm>
            <a:off x="12095798" y="382281"/>
            <a:ext cx="123825" cy="123825"/>
          </a:xfrm>
          <a:prstGeom prst="rect">
            <a:avLst/>
          </a:prstGeom>
        </p:spPr>
      </p:pic>
      <p:sp>
        <p:nvSpPr>
          <p:cNvPr id="427" name="VectorPath 427"/>
          <p:cNvSpPr/>
          <p:nvPr/>
        </p:nvSpPr>
        <p:spPr>
          <a:xfrm>
            <a:off x="9338462" y="601356"/>
            <a:ext cx="2895600" cy="257175"/>
          </a:xfrm>
          <a:custGeom>
            <a:rect l="l" t="t" r="r" b="b"/>
            <a:pathLst>
              <a:path w="2895600" h="257175">
                <a:moveTo>
                  <a:pt x="4763" y="4763"/>
                </a:moveTo>
                <a:lnTo>
                  <a:pt x="2890838" y="4763"/>
                </a:lnTo>
                <a:lnTo>
                  <a:pt x="2890838" y="252412"/>
                </a:lnTo>
                <a:lnTo>
                  <a:pt x="4763" y="252412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EAEAEA">
                <a:alpha val="100000"/>
              </a:srgbClr>
            </a:solidFill>
            <a:miter lim="400000"/>
          </a:ln>
        </p:spPr>
      </p:sp>
      <p:sp>
        <p:nvSpPr>
          <p:cNvPr id="428" name="TextBox428"/>
          <p:cNvSpPr txBox="1"/>
          <p:nvPr/>
        </p:nvSpPr>
        <p:spPr>
          <a:xfrm>
            <a:off x="9395612" y="673823"/>
            <a:ext cx="143373" cy="1447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ll</a:t>
            </a:r>
          </a:p>
        </p:txBody>
      </p:sp>
      <p:pic>
        <p:nvPicPr>
          <p:cNvPr id="429" name="E5B1277C-D189-4711-8941-74CBCDC551AE"/>
          <p:cNvPicPr>
            <a:picLocks noChangeAspect="1"/>
          </p:cNvPicPr>
          <p:nvPr/>
        </p:nvPicPr>
        <p:blipFill>
          <a:blip r:embed="rId35" cstate="print">
            <a:extLst>
              <a:ext uri="{AE02302E-CB7F-4112-C7F0-94EFCAC655B1}"/>
            </a:extLst>
          </a:blip>
          <a:srcRect/>
          <a:stretch>
            <a:fillRect/>
          </a:stretch>
        </p:blipFill>
        <p:spPr>
          <a:xfrm>
            <a:off x="12054432" y="674285"/>
            <a:ext cx="133350" cy="142875"/>
          </a:xfrm>
          <a:prstGeom prst="rect">
            <a:avLst/>
          </a:prstGeom>
        </p:spPr>
      </p:pic>
      <p:grpSp>
        <p:nvGrpSpPr>
          <p:cNvPr id="430" name="Combination 430"/>
          <p:cNvGrpSpPr/>
          <p:nvPr/>
        </p:nvGrpSpPr>
        <p:grpSpPr>
          <a:xfrm>
            <a:off x="319525" y="1955764"/>
            <a:ext cx="5162550" cy="2638425"/>
            <a:chOff x="319525" y="1955764"/>
            <a:chExt cx="5162550" cy="2638425"/>
          </a:xfrm>
        </p:grpSpPr>
        <p:sp>
          <p:nvSpPr>
            <p:cNvPr id="431" name="VectorPath 431"/>
            <p:cNvSpPr/>
            <p:nvPr/>
          </p:nvSpPr>
          <p:spPr>
            <a:xfrm>
              <a:off x="324287" y="1960527"/>
              <a:ext cx="5153025" cy="2628900"/>
            </a:xfrm>
            <a:custGeom>
              <a:rect l="l" t="t" r="r" b="b"/>
              <a:pathLst>
                <a:path w="5153025" h="2628900">
                  <a:moveTo>
                    <a:pt x="5071424" y="290"/>
                  </a:moveTo>
                  <a:cubicBezTo>
                    <a:pt x="5074351" y="724"/>
                    <a:pt x="5077278" y="1159"/>
                    <a:pt x="5080187" y="1739"/>
                  </a:cubicBezTo>
                  <a:lnTo>
                    <a:pt x="5080304" y="1762"/>
                  </a:lnTo>
                  <a:cubicBezTo>
                    <a:pt x="5086092" y="2921"/>
                    <a:pt x="5091711" y="4630"/>
                    <a:pt x="5097161" y="6888"/>
                  </a:cubicBezTo>
                  <a:lnTo>
                    <a:pt x="5097271" y="6933"/>
                  </a:lnTo>
                  <a:cubicBezTo>
                    <a:pt x="5102727" y="9199"/>
                    <a:pt x="5107900" y="11971"/>
                    <a:pt x="5112811" y="15250"/>
                  </a:cubicBezTo>
                  <a:lnTo>
                    <a:pt x="5112910" y="15316"/>
                  </a:lnTo>
                  <a:cubicBezTo>
                    <a:pt x="5117815" y="18601"/>
                    <a:pt x="5122345" y="22330"/>
                    <a:pt x="5126518" y="26503"/>
                  </a:cubicBezTo>
                  <a:lnTo>
                    <a:pt x="5126602" y="26587"/>
                  </a:lnTo>
                  <a:cubicBezTo>
                    <a:pt x="5130777" y="30766"/>
                    <a:pt x="5134493" y="35308"/>
                    <a:pt x="5137776" y="40215"/>
                  </a:cubicBezTo>
                  <a:lnTo>
                    <a:pt x="5137841" y="40314"/>
                  </a:lnTo>
                  <a:cubicBezTo>
                    <a:pt x="5141109" y="45225"/>
                    <a:pt x="5143878" y="50407"/>
                    <a:pt x="5146139" y="55859"/>
                  </a:cubicBezTo>
                  <a:lnTo>
                    <a:pt x="5146184" y="55969"/>
                  </a:lnTo>
                  <a:cubicBezTo>
                    <a:pt x="5148429" y="61424"/>
                    <a:pt x="5150138" y="67046"/>
                    <a:pt x="5151282" y="72834"/>
                  </a:cubicBezTo>
                  <a:lnTo>
                    <a:pt x="5151305" y="72951"/>
                  </a:lnTo>
                  <a:cubicBezTo>
                    <a:pt x="5152443" y="78692"/>
                    <a:pt x="5153017" y="84498"/>
                    <a:pt x="5153025" y="90369"/>
                  </a:cubicBezTo>
                  <a:lnTo>
                    <a:pt x="5153025" y="2538532"/>
                  </a:lnTo>
                  <a:lnTo>
                    <a:pt x="5152735" y="2547300"/>
                  </a:lnTo>
                  <a:cubicBezTo>
                    <a:pt x="5152299" y="2550227"/>
                    <a:pt x="5151864" y="2553153"/>
                    <a:pt x="5151282" y="2556062"/>
                  </a:cubicBezTo>
                  <a:lnTo>
                    <a:pt x="5151259" y="2556179"/>
                  </a:lnTo>
                  <a:cubicBezTo>
                    <a:pt x="5150106" y="2561967"/>
                    <a:pt x="5148391" y="2567586"/>
                    <a:pt x="5146139" y="2573036"/>
                  </a:cubicBezTo>
                  <a:lnTo>
                    <a:pt x="5146094" y="2573146"/>
                  </a:lnTo>
                  <a:cubicBezTo>
                    <a:pt x="5143826" y="2578602"/>
                    <a:pt x="5141049" y="2583775"/>
                    <a:pt x="5137776" y="2588686"/>
                  </a:cubicBezTo>
                  <a:lnTo>
                    <a:pt x="5137709" y="2588785"/>
                  </a:lnTo>
                  <a:cubicBezTo>
                    <a:pt x="5134420" y="2593690"/>
                    <a:pt x="5130698" y="2598220"/>
                    <a:pt x="5126518" y="2602392"/>
                  </a:cubicBezTo>
                  <a:lnTo>
                    <a:pt x="5126433" y="2602476"/>
                  </a:lnTo>
                  <a:cubicBezTo>
                    <a:pt x="5122255" y="2606652"/>
                    <a:pt x="5117722" y="2610368"/>
                    <a:pt x="5112811" y="2613651"/>
                  </a:cubicBezTo>
                  <a:lnTo>
                    <a:pt x="5112712" y="2613717"/>
                  </a:lnTo>
                  <a:cubicBezTo>
                    <a:pt x="5107798" y="2616984"/>
                    <a:pt x="5102621" y="2619752"/>
                    <a:pt x="5097161" y="2622014"/>
                  </a:cubicBezTo>
                  <a:lnTo>
                    <a:pt x="5097051" y="2622059"/>
                  </a:lnTo>
                  <a:cubicBezTo>
                    <a:pt x="5091599" y="2624304"/>
                    <a:pt x="5085978" y="2626012"/>
                    <a:pt x="5080187" y="2627157"/>
                  </a:cubicBezTo>
                  <a:lnTo>
                    <a:pt x="5080071" y="2627180"/>
                  </a:lnTo>
                  <a:cubicBezTo>
                    <a:pt x="5074329" y="2628319"/>
                    <a:pt x="5068521" y="2628892"/>
                    <a:pt x="5062656" y="2628900"/>
                  </a:cubicBezTo>
                  <a:lnTo>
                    <a:pt x="90369" y="2628900"/>
                  </a:lnTo>
                  <a:lnTo>
                    <a:pt x="81604" y="2628610"/>
                  </a:lnTo>
                  <a:cubicBezTo>
                    <a:pt x="78676" y="2628174"/>
                    <a:pt x="75748" y="2627738"/>
                    <a:pt x="72834" y="2627157"/>
                  </a:cubicBezTo>
                  <a:lnTo>
                    <a:pt x="72718" y="2627134"/>
                  </a:lnTo>
                  <a:cubicBezTo>
                    <a:pt x="66932" y="2625982"/>
                    <a:pt x="61312" y="2624265"/>
                    <a:pt x="55859" y="2622014"/>
                  </a:cubicBezTo>
                  <a:lnTo>
                    <a:pt x="55750" y="2621968"/>
                  </a:lnTo>
                  <a:cubicBezTo>
                    <a:pt x="50301" y="2619700"/>
                    <a:pt x="45123" y="2616924"/>
                    <a:pt x="40215" y="2613651"/>
                  </a:cubicBezTo>
                  <a:lnTo>
                    <a:pt x="40116" y="2613584"/>
                  </a:lnTo>
                  <a:cubicBezTo>
                    <a:pt x="35214" y="2610295"/>
                    <a:pt x="30676" y="2606574"/>
                    <a:pt x="26503" y="2602392"/>
                  </a:cubicBezTo>
                  <a:lnTo>
                    <a:pt x="26419" y="2602308"/>
                  </a:lnTo>
                  <a:cubicBezTo>
                    <a:pt x="22252" y="2598131"/>
                    <a:pt x="18529" y="2593596"/>
                    <a:pt x="15250" y="2588686"/>
                  </a:cubicBezTo>
                  <a:lnTo>
                    <a:pt x="15184" y="2588587"/>
                  </a:lnTo>
                  <a:cubicBezTo>
                    <a:pt x="11912" y="2583672"/>
                    <a:pt x="9146" y="2578496"/>
                    <a:pt x="6888" y="2573036"/>
                  </a:cubicBezTo>
                  <a:lnTo>
                    <a:pt x="6842" y="2572926"/>
                  </a:lnTo>
                  <a:cubicBezTo>
                    <a:pt x="4591" y="2567474"/>
                    <a:pt x="2890" y="2561853"/>
                    <a:pt x="1739" y="2556062"/>
                  </a:cubicBezTo>
                  <a:lnTo>
                    <a:pt x="1715" y="2555946"/>
                  </a:lnTo>
                  <a:cubicBezTo>
                    <a:pt x="580" y="2550203"/>
                    <a:pt x="8" y="2544395"/>
                    <a:pt x="0" y="2538532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2"/>
                    <a:pt x="15250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5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506265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32" name="VectorPath 432"/>
            <p:cNvSpPr/>
            <p:nvPr/>
          </p:nvSpPr>
          <p:spPr>
            <a:xfrm>
              <a:off x="319525" y="1955764"/>
              <a:ext cx="5162550" cy="2638425"/>
            </a:xfrm>
            <a:custGeom>
              <a:rect l="l" t="t" r="r" b="b"/>
              <a:pathLst>
                <a:path w="5162550" h="2638425">
                  <a:moveTo>
                    <a:pt x="4763" y="2543175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2" y="49918"/>
                    <a:pt x="20012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8" y="4763"/>
                    <a:pt x="95250" y="4763"/>
                  </a:cubicBezTo>
                  <a:lnTo>
                    <a:pt x="5067300" y="4763"/>
                  </a:lnTo>
                  <a:cubicBezTo>
                    <a:pt x="5073244" y="4763"/>
                    <a:pt x="5079131" y="5342"/>
                    <a:pt x="5084950" y="6501"/>
                  </a:cubicBezTo>
                  <a:cubicBezTo>
                    <a:pt x="5090779" y="7660"/>
                    <a:pt x="5096437" y="9377"/>
                    <a:pt x="5101924" y="11650"/>
                  </a:cubicBezTo>
                  <a:cubicBezTo>
                    <a:pt x="5107420" y="13924"/>
                    <a:pt x="5112629" y="16711"/>
                    <a:pt x="5117573" y="20012"/>
                  </a:cubicBezTo>
                  <a:cubicBezTo>
                    <a:pt x="5122517" y="23313"/>
                    <a:pt x="5127079" y="27064"/>
                    <a:pt x="5131280" y="31266"/>
                  </a:cubicBezTo>
                  <a:cubicBezTo>
                    <a:pt x="5135489" y="35467"/>
                    <a:pt x="5139233" y="40037"/>
                    <a:pt x="5142538" y="44978"/>
                  </a:cubicBezTo>
                  <a:cubicBezTo>
                    <a:pt x="5145834" y="49918"/>
                    <a:pt x="5148625" y="55133"/>
                    <a:pt x="5150901" y="60622"/>
                  </a:cubicBezTo>
                  <a:cubicBezTo>
                    <a:pt x="5153168" y="66111"/>
                    <a:pt x="5154892" y="71769"/>
                    <a:pt x="5156045" y="77597"/>
                  </a:cubicBezTo>
                  <a:cubicBezTo>
                    <a:pt x="5157207" y="83424"/>
                    <a:pt x="5157788" y="89309"/>
                    <a:pt x="5157788" y="95250"/>
                  </a:cubicBezTo>
                  <a:lnTo>
                    <a:pt x="5157788" y="2543175"/>
                  </a:lnTo>
                  <a:cubicBezTo>
                    <a:pt x="5157788" y="2549119"/>
                    <a:pt x="5157207" y="2555005"/>
                    <a:pt x="5156045" y="2560825"/>
                  </a:cubicBezTo>
                  <a:cubicBezTo>
                    <a:pt x="5154892" y="2566654"/>
                    <a:pt x="5153168" y="2572312"/>
                    <a:pt x="5150901" y="2577799"/>
                  </a:cubicBezTo>
                  <a:cubicBezTo>
                    <a:pt x="5148625" y="2583295"/>
                    <a:pt x="5145834" y="2588505"/>
                    <a:pt x="5142538" y="2593448"/>
                  </a:cubicBezTo>
                  <a:cubicBezTo>
                    <a:pt x="5139233" y="2598392"/>
                    <a:pt x="5135489" y="2602954"/>
                    <a:pt x="5131280" y="2607155"/>
                  </a:cubicBezTo>
                  <a:cubicBezTo>
                    <a:pt x="5127079" y="2611364"/>
                    <a:pt x="5122517" y="2615108"/>
                    <a:pt x="5117573" y="2618413"/>
                  </a:cubicBezTo>
                  <a:cubicBezTo>
                    <a:pt x="5112629" y="2621709"/>
                    <a:pt x="5107420" y="2624500"/>
                    <a:pt x="5101924" y="2626776"/>
                  </a:cubicBezTo>
                  <a:cubicBezTo>
                    <a:pt x="5096437" y="2629043"/>
                    <a:pt x="5090779" y="2630767"/>
                    <a:pt x="5084950" y="2631919"/>
                  </a:cubicBezTo>
                  <a:cubicBezTo>
                    <a:pt x="5079131" y="2633082"/>
                    <a:pt x="5073244" y="2633663"/>
                    <a:pt x="5067300" y="2633663"/>
                  </a:cubicBezTo>
                  <a:lnTo>
                    <a:pt x="95250" y="2633663"/>
                  </a:lnTo>
                  <a:cubicBezTo>
                    <a:pt x="89308" y="2633663"/>
                    <a:pt x="83424" y="2633082"/>
                    <a:pt x="77597" y="2631919"/>
                  </a:cubicBezTo>
                  <a:cubicBezTo>
                    <a:pt x="71769" y="2630767"/>
                    <a:pt x="66111" y="2629043"/>
                    <a:pt x="60622" y="2626776"/>
                  </a:cubicBezTo>
                  <a:cubicBezTo>
                    <a:pt x="55133" y="2624500"/>
                    <a:pt x="49918" y="2621709"/>
                    <a:pt x="44978" y="2618413"/>
                  </a:cubicBezTo>
                  <a:cubicBezTo>
                    <a:pt x="40038" y="2615108"/>
                    <a:pt x="35467" y="2611364"/>
                    <a:pt x="31266" y="2607155"/>
                  </a:cubicBezTo>
                  <a:cubicBezTo>
                    <a:pt x="27064" y="2602954"/>
                    <a:pt x="23313" y="2598392"/>
                    <a:pt x="20012" y="2593448"/>
                  </a:cubicBezTo>
                  <a:cubicBezTo>
                    <a:pt x="16712" y="2588505"/>
                    <a:pt x="13924" y="2583295"/>
                    <a:pt x="11650" y="2577799"/>
                  </a:cubicBezTo>
                  <a:cubicBezTo>
                    <a:pt x="9377" y="2572312"/>
                    <a:pt x="7660" y="2566654"/>
                    <a:pt x="6501" y="2560825"/>
                  </a:cubicBezTo>
                  <a:cubicBezTo>
                    <a:pt x="5342" y="2555005"/>
                    <a:pt x="4763" y="2549119"/>
                    <a:pt x="4763" y="2543175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33" name="094442B5-C192-43C7-1FC8-66080D23CB3C"/>
          <p:cNvPicPr>
            <a:picLocks noChangeAspect="1"/>
          </p:cNvPicPr>
          <p:nvPr/>
        </p:nvPicPr>
        <p:blipFill>
          <a:blip r:embed="rId36" cstate="print">
            <a:extLst>
              <a:ext uri="{F123B702-5BDF-418E-71BF-9CADCD4F6410}"/>
            </a:extLst>
          </a:blip>
          <a:srcRect/>
          <a:stretch>
            <a:fillRect/>
          </a:stretch>
        </p:blipFill>
        <p:spPr>
          <a:xfrm>
            <a:off x="852923" y="2029538"/>
            <a:ext cx="3771900" cy="2257425"/>
          </a:xfrm>
          <a:prstGeom prst="rect">
            <a:avLst/>
          </a:prstGeom>
        </p:spPr>
      </p:pic>
      <p:grpSp>
        <p:nvGrpSpPr>
          <p:cNvPr id="434" name="Combination 434"/>
          <p:cNvGrpSpPr/>
          <p:nvPr/>
        </p:nvGrpSpPr>
        <p:grpSpPr>
          <a:xfrm>
            <a:off x="833348" y="2411975"/>
            <a:ext cx="6140065" cy="4593259"/>
            <a:chOff x="833348" y="2411975"/>
            <a:chExt cx="6140065" cy="4593259"/>
          </a:xfrm>
        </p:grpSpPr>
        <p:sp>
          <p:nvSpPr>
            <p:cNvPr id="435" name="VectorPath 435"/>
            <p:cNvSpPr/>
            <p:nvPr/>
          </p:nvSpPr>
          <p:spPr>
            <a:xfrm>
              <a:off x="833348" y="2928752"/>
              <a:ext cx="4355464" cy="1059511"/>
            </a:xfrm>
            <a:custGeom>
              <a:rect l="l" t="t" r="r" b="b"/>
              <a:pathLst>
                <a:path w="4355464" h="1059511">
                  <a:moveTo>
                    <a:pt x="19577" y="467205"/>
                  </a:moveTo>
                  <a:lnTo>
                    <a:pt x="104256" y="416989"/>
                  </a:lnTo>
                  <a:lnTo>
                    <a:pt x="188934" y="512230"/>
                  </a:lnTo>
                  <a:lnTo>
                    <a:pt x="273613" y="967525"/>
                  </a:lnTo>
                  <a:lnTo>
                    <a:pt x="358292" y="747240"/>
                  </a:lnTo>
                  <a:lnTo>
                    <a:pt x="442971" y="622005"/>
                  </a:lnTo>
                  <a:lnTo>
                    <a:pt x="527650" y="326368"/>
                  </a:lnTo>
                  <a:lnTo>
                    <a:pt x="612328" y="581943"/>
                  </a:lnTo>
                  <a:lnTo>
                    <a:pt x="697007" y="1030076"/>
                  </a:lnTo>
                  <a:lnTo>
                    <a:pt x="781686" y="609537"/>
                  </a:lnTo>
                  <a:lnTo>
                    <a:pt x="866365" y="7144"/>
                  </a:lnTo>
                  <a:lnTo>
                    <a:pt x="951045" y="247922"/>
                  </a:lnTo>
                  <a:lnTo>
                    <a:pt x="1035723" y="816249"/>
                  </a:lnTo>
                  <a:lnTo>
                    <a:pt x="1120400" y="903279"/>
                  </a:lnTo>
                  <a:lnTo>
                    <a:pt x="1205077" y="589716"/>
                  </a:lnTo>
                  <a:lnTo>
                    <a:pt x="1289755" y="480911"/>
                  </a:lnTo>
                  <a:lnTo>
                    <a:pt x="1374441" y="917366"/>
                  </a:lnTo>
                  <a:lnTo>
                    <a:pt x="1459119" y="529232"/>
                  </a:lnTo>
                  <a:lnTo>
                    <a:pt x="1543796" y="638093"/>
                  </a:lnTo>
                  <a:lnTo>
                    <a:pt x="1628473" y="733715"/>
                  </a:lnTo>
                  <a:lnTo>
                    <a:pt x="1713151" y="1037924"/>
                  </a:lnTo>
                  <a:lnTo>
                    <a:pt x="1797828" y="763890"/>
                  </a:lnTo>
                  <a:lnTo>
                    <a:pt x="1882514" y="344790"/>
                  </a:lnTo>
                  <a:lnTo>
                    <a:pt x="1967192" y="774434"/>
                  </a:lnTo>
                  <a:lnTo>
                    <a:pt x="2051869" y="686071"/>
                  </a:lnTo>
                  <a:lnTo>
                    <a:pt x="2136546" y="661725"/>
                  </a:lnTo>
                  <a:lnTo>
                    <a:pt x="2221223" y="238466"/>
                  </a:lnTo>
                  <a:lnTo>
                    <a:pt x="2305901" y="704244"/>
                  </a:lnTo>
                  <a:lnTo>
                    <a:pt x="2390587" y="599917"/>
                  </a:lnTo>
                  <a:lnTo>
                    <a:pt x="2475265" y="581000"/>
                  </a:lnTo>
                  <a:lnTo>
                    <a:pt x="2559942" y="409998"/>
                  </a:lnTo>
                  <a:lnTo>
                    <a:pt x="2644620" y="725742"/>
                  </a:lnTo>
                  <a:lnTo>
                    <a:pt x="2729297" y="549673"/>
                  </a:lnTo>
                  <a:lnTo>
                    <a:pt x="2813974" y="313044"/>
                  </a:lnTo>
                  <a:lnTo>
                    <a:pt x="2898661" y="231383"/>
                  </a:lnTo>
                  <a:lnTo>
                    <a:pt x="2983338" y="677965"/>
                  </a:lnTo>
                  <a:lnTo>
                    <a:pt x="3068015" y="757584"/>
                  </a:lnTo>
                  <a:lnTo>
                    <a:pt x="3152692" y="757165"/>
                  </a:lnTo>
                  <a:lnTo>
                    <a:pt x="3237370" y="574190"/>
                  </a:lnTo>
                  <a:lnTo>
                    <a:pt x="3322047" y="648247"/>
                  </a:lnTo>
                  <a:lnTo>
                    <a:pt x="3406734" y="785445"/>
                  </a:lnTo>
                  <a:lnTo>
                    <a:pt x="3491411" y="422314"/>
                  </a:lnTo>
                  <a:lnTo>
                    <a:pt x="3576088" y="801466"/>
                  </a:lnTo>
                  <a:lnTo>
                    <a:pt x="3660766" y="716103"/>
                  </a:lnTo>
                  <a:lnTo>
                    <a:pt x="3745443" y="503610"/>
                  </a:lnTo>
                  <a:lnTo>
                    <a:pt x="3830120" y="685194"/>
                  </a:lnTo>
                  <a:lnTo>
                    <a:pt x="3914807" y="359268"/>
                  </a:lnTo>
                  <a:lnTo>
                    <a:pt x="3999484" y="695081"/>
                  </a:lnTo>
                  <a:lnTo>
                    <a:pt x="4084161" y="645123"/>
                  </a:lnTo>
                  <a:lnTo>
                    <a:pt x="4168839" y="794113"/>
                  </a:lnTo>
                  <a:lnTo>
                    <a:pt x="4253516" y="695843"/>
                  </a:lnTo>
                  <a:lnTo>
                    <a:pt x="4338193" y="1042239"/>
                  </a:lnTo>
                </a:path>
              </a:pathLst>
            </a:custGeom>
            <a:ln w="28575" cap="rnd" cmpd="sng">
              <a:solidFill>
                <a:srgbClr val="118DFF">
                  <a:alpha val="100000"/>
                </a:srgbClr>
              </a:solidFill>
              <a:round/>
            </a:ln>
          </p:spPr>
        </p:sp>
        <p:sp>
          <p:nvSpPr>
            <p:cNvPr id="436" name="VectorPath 436"/>
            <p:cNvSpPr/>
            <p:nvPr/>
          </p:nvSpPr>
          <p:spPr>
            <a:xfrm>
              <a:off x="835965" y="2411975"/>
              <a:ext cx="4354429" cy="1122404"/>
            </a:xfrm>
            <a:custGeom>
              <a:rect l="l" t="t" r="r" b="b"/>
              <a:pathLst>
                <a:path w="4354429" h="1122404">
                  <a:moveTo>
                    <a:pt x="16960" y="1017120"/>
                  </a:moveTo>
                  <a:lnTo>
                    <a:pt x="101640" y="999003"/>
                  </a:lnTo>
                  <a:lnTo>
                    <a:pt x="186318" y="531352"/>
                  </a:lnTo>
                  <a:lnTo>
                    <a:pt x="270997" y="374778"/>
                  </a:lnTo>
                  <a:lnTo>
                    <a:pt x="355676" y="623789"/>
                  </a:lnTo>
                  <a:lnTo>
                    <a:pt x="440354" y="525299"/>
                  </a:lnTo>
                  <a:lnTo>
                    <a:pt x="525033" y="906392"/>
                  </a:lnTo>
                  <a:lnTo>
                    <a:pt x="609712" y="761833"/>
                  </a:lnTo>
                  <a:lnTo>
                    <a:pt x="694391" y="227763"/>
                  </a:lnTo>
                  <a:lnTo>
                    <a:pt x="779070" y="1061887"/>
                  </a:lnTo>
                  <a:lnTo>
                    <a:pt x="863748" y="1102845"/>
                  </a:lnTo>
                  <a:lnTo>
                    <a:pt x="948429" y="958922"/>
                  </a:lnTo>
                  <a:lnTo>
                    <a:pt x="1033107" y="891399"/>
                  </a:lnTo>
                  <a:lnTo>
                    <a:pt x="1117784" y="705440"/>
                  </a:lnTo>
                  <a:lnTo>
                    <a:pt x="1202461" y="812987"/>
                  </a:lnTo>
                  <a:lnTo>
                    <a:pt x="1287138" y="819556"/>
                  </a:lnTo>
                  <a:lnTo>
                    <a:pt x="1371825" y="790764"/>
                  </a:lnTo>
                  <a:lnTo>
                    <a:pt x="1456502" y="845079"/>
                  </a:lnTo>
                  <a:lnTo>
                    <a:pt x="1541180" y="810276"/>
                  </a:lnTo>
                  <a:lnTo>
                    <a:pt x="1625857" y="749702"/>
                  </a:lnTo>
                  <a:lnTo>
                    <a:pt x="1710534" y="7144"/>
                  </a:lnTo>
                  <a:lnTo>
                    <a:pt x="1795211" y="787397"/>
                  </a:lnTo>
                  <a:lnTo>
                    <a:pt x="1879898" y="1004623"/>
                  </a:lnTo>
                  <a:lnTo>
                    <a:pt x="1964575" y="461614"/>
                  </a:lnTo>
                  <a:lnTo>
                    <a:pt x="2049253" y="485037"/>
                  </a:lnTo>
                  <a:lnTo>
                    <a:pt x="2133930" y="556811"/>
                  </a:lnTo>
                  <a:lnTo>
                    <a:pt x="2218607" y="460552"/>
                  </a:lnTo>
                  <a:lnTo>
                    <a:pt x="2303284" y="319319"/>
                  </a:lnTo>
                  <a:lnTo>
                    <a:pt x="2387971" y="859748"/>
                  </a:lnTo>
                  <a:lnTo>
                    <a:pt x="2472648" y="885141"/>
                  </a:lnTo>
                  <a:lnTo>
                    <a:pt x="2557326" y="498949"/>
                  </a:lnTo>
                  <a:lnTo>
                    <a:pt x="2642003" y="835589"/>
                  </a:lnTo>
                  <a:lnTo>
                    <a:pt x="2726680" y="781592"/>
                  </a:lnTo>
                  <a:lnTo>
                    <a:pt x="2811358" y="975810"/>
                  </a:lnTo>
                  <a:lnTo>
                    <a:pt x="2896045" y="934881"/>
                  </a:lnTo>
                  <a:lnTo>
                    <a:pt x="2980722" y="638295"/>
                  </a:lnTo>
                  <a:lnTo>
                    <a:pt x="3065399" y="484988"/>
                  </a:lnTo>
                  <a:lnTo>
                    <a:pt x="3150076" y="406221"/>
                  </a:lnTo>
                  <a:lnTo>
                    <a:pt x="3234753" y="1072326"/>
                  </a:lnTo>
                  <a:lnTo>
                    <a:pt x="3319431" y="998546"/>
                  </a:lnTo>
                  <a:lnTo>
                    <a:pt x="3404118" y="904944"/>
                  </a:lnTo>
                  <a:lnTo>
                    <a:pt x="3488795" y="887561"/>
                  </a:lnTo>
                  <a:lnTo>
                    <a:pt x="3573472" y="1078108"/>
                  </a:lnTo>
                  <a:lnTo>
                    <a:pt x="3658150" y="660852"/>
                  </a:lnTo>
                  <a:lnTo>
                    <a:pt x="3742826" y="748650"/>
                  </a:lnTo>
                  <a:lnTo>
                    <a:pt x="3827503" y="629728"/>
                  </a:lnTo>
                  <a:lnTo>
                    <a:pt x="3912190" y="1080080"/>
                  </a:lnTo>
                  <a:lnTo>
                    <a:pt x="3996867" y="894333"/>
                  </a:lnTo>
                  <a:lnTo>
                    <a:pt x="4081545" y="1056305"/>
                  </a:lnTo>
                  <a:lnTo>
                    <a:pt x="4166222" y="725743"/>
                  </a:lnTo>
                  <a:lnTo>
                    <a:pt x="4250900" y="652252"/>
                  </a:lnTo>
                  <a:lnTo>
                    <a:pt x="4335577" y="843193"/>
                  </a:lnTo>
                </a:path>
              </a:pathLst>
            </a:custGeom>
            <a:ln w="28575" cap="rnd" cmpd="sng">
              <a:solidFill>
                <a:srgbClr val="12239E">
                  <a:alpha val="100000"/>
                </a:srgbClr>
              </a:solidFill>
              <a:round/>
            </a:ln>
          </p:spPr>
        </p:sp>
        <p:sp>
          <p:nvSpPr>
            <p:cNvPr id="437" name="VectorPath 437"/>
            <p:cNvSpPr/>
            <p:nvPr/>
          </p:nvSpPr>
          <p:spPr>
            <a:xfrm>
              <a:off x="3596800" y="4657322"/>
              <a:ext cx="3371851" cy="2343150"/>
            </a:xfrm>
            <a:custGeom>
              <a:rect l="l" t="t" r="r" b="b"/>
              <a:pathLst>
                <a:path w="3371851" h="2343150">
                  <a:moveTo>
                    <a:pt x="3290249" y="290"/>
                  </a:moveTo>
                  <a:cubicBezTo>
                    <a:pt x="3293176" y="725"/>
                    <a:pt x="3296103" y="1159"/>
                    <a:pt x="3299011" y="1739"/>
                  </a:cubicBezTo>
                  <a:lnTo>
                    <a:pt x="3299129" y="1762"/>
                  </a:lnTo>
                  <a:cubicBezTo>
                    <a:pt x="3304917" y="2921"/>
                    <a:pt x="3310536" y="4629"/>
                    <a:pt x="3315986" y="6888"/>
                  </a:cubicBezTo>
                  <a:lnTo>
                    <a:pt x="3316096" y="6933"/>
                  </a:lnTo>
                  <a:cubicBezTo>
                    <a:pt x="3321551" y="9199"/>
                    <a:pt x="3326725" y="11971"/>
                    <a:pt x="3331636" y="15250"/>
                  </a:cubicBezTo>
                  <a:lnTo>
                    <a:pt x="3331735" y="15316"/>
                  </a:lnTo>
                  <a:cubicBezTo>
                    <a:pt x="3336640" y="18601"/>
                    <a:pt x="3341170" y="22330"/>
                    <a:pt x="3345342" y="26503"/>
                  </a:cubicBezTo>
                  <a:lnTo>
                    <a:pt x="3345427" y="26587"/>
                  </a:lnTo>
                  <a:cubicBezTo>
                    <a:pt x="3349602" y="30766"/>
                    <a:pt x="3353318" y="35308"/>
                    <a:pt x="3356600" y="40215"/>
                  </a:cubicBezTo>
                  <a:lnTo>
                    <a:pt x="3356667" y="40314"/>
                  </a:lnTo>
                  <a:cubicBezTo>
                    <a:pt x="3359933" y="45225"/>
                    <a:pt x="3362702" y="50407"/>
                    <a:pt x="3364964" y="55859"/>
                  </a:cubicBezTo>
                  <a:lnTo>
                    <a:pt x="3365009" y="55969"/>
                  </a:lnTo>
                  <a:cubicBezTo>
                    <a:pt x="3367254" y="61424"/>
                    <a:pt x="3368962" y="67046"/>
                    <a:pt x="3370106" y="72834"/>
                  </a:cubicBezTo>
                  <a:lnTo>
                    <a:pt x="3370130" y="72951"/>
                  </a:lnTo>
                  <a:cubicBezTo>
                    <a:pt x="3371269" y="78701"/>
                    <a:pt x="3371843" y="84507"/>
                    <a:pt x="3371851" y="90369"/>
                  </a:cubicBezTo>
                  <a:lnTo>
                    <a:pt x="3371851" y="2252782"/>
                  </a:lnTo>
                  <a:lnTo>
                    <a:pt x="3371559" y="2261549"/>
                  </a:lnTo>
                  <a:cubicBezTo>
                    <a:pt x="3371123" y="2264476"/>
                    <a:pt x="3370688" y="2267403"/>
                    <a:pt x="3370106" y="2270313"/>
                  </a:cubicBezTo>
                  <a:lnTo>
                    <a:pt x="3370084" y="2270429"/>
                  </a:lnTo>
                  <a:cubicBezTo>
                    <a:pt x="3368931" y="2276217"/>
                    <a:pt x="3367215" y="2281836"/>
                    <a:pt x="3364964" y="2287286"/>
                  </a:cubicBezTo>
                  <a:lnTo>
                    <a:pt x="3364918" y="2287396"/>
                  </a:lnTo>
                  <a:cubicBezTo>
                    <a:pt x="3362649" y="2292851"/>
                    <a:pt x="3359874" y="2298025"/>
                    <a:pt x="3356600" y="2302936"/>
                  </a:cubicBezTo>
                  <a:lnTo>
                    <a:pt x="3356534" y="2303034"/>
                  </a:lnTo>
                  <a:cubicBezTo>
                    <a:pt x="3353245" y="2307940"/>
                    <a:pt x="3349524" y="2312470"/>
                    <a:pt x="3345342" y="2316642"/>
                  </a:cubicBezTo>
                  <a:lnTo>
                    <a:pt x="3345258" y="2316726"/>
                  </a:lnTo>
                  <a:cubicBezTo>
                    <a:pt x="3341081" y="2320902"/>
                    <a:pt x="3336546" y="2324618"/>
                    <a:pt x="3331636" y="2327901"/>
                  </a:cubicBezTo>
                  <a:lnTo>
                    <a:pt x="3331537" y="2327967"/>
                  </a:lnTo>
                  <a:cubicBezTo>
                    <a:pt x="3326622" y="2331233"/>
                    <a:pt x="3321446" y="2334002"/>
                    <a:pt x="3315986" y="2336264"/>
                  </a:cubicBezTo>
                  <a:lnTo>
                    <a:pt x="3315876" y="2336309"/>
                  </a:lnTo>
                  <a:cubicBezTo>
                    <a:pt x="3310424" y="2338563"/>
                    <a:pt x="3304803" y="2340262"/>
                    <a:pt x="3299011" y="2341407"/>
                  </a:cubicBezTo>
                  <a:lnTo>
                    <a:pt x="3298895" y="2341430"/>
                  </a:lnTo>
                  <a:cubicBezTo>
                    <a:pt x="3293153" y="2342569"/>
                    <a:pt x="3287346" y="2343142"/>
                    <a:pt x="3281482" y="2343150"/>
                  </a:cubicBezTo>
                  <a:lnTo>
                    <a:pt x="90369" y="2343150"/>
                  </a:lnTo>
                  <a:lnTo>
                    <a:pt x="81604" y="2342860"/>
                  </a:lnTo>
                  <a:cubicBezTo>
                    <a:pt x="78676" y="2342424"/>
                    <a:pt x="75748" y="2341988"/>
                    <a:pt x="72834" y="2341407"/>
                  </a:cubicBezTo>
                  <a:lnTo>
                    <a:pt x="72718" y="2341384"/>
                  </a:lnTo>
                  <a:cubicBezTo>
                    <a:pt x="66932" y="2340232"/>
                    <a:pt x="61312" y="2338525"/>
                    <a:pt x="55859" y="2336264"/>
                  </a:cubicBezTo>
                  <a:lnTo>
                    <a:pt x="55750" y="2336218"/>
                  </a:lnTo>
                  <a:cubicBezTo>
                    <a:pt x="50301" y="2333949"/>
                    <a:pt x="45122" y="2331174"/>
                    <a:pt x="40215" y="2327901"/>
                  </a:cubicBezTo>
                  <a:lnTo>
                    <a:pt x="40117" y="2327834"/>
                  </a:lnTo>
                  <a:cubicBezTo>
                    <a:pt x="35214" y="2324546"/>
                    <a:pt x="30676" y="2320824"/>
                    <a:pt x="26503" y="2316642"/>
                  </a:cubicBezTo>
                  <a:lnTo>
                    <a:pt x="26419" y="2316558"/>
                  </a:lnTo>
                  <a:cubicBezTo>
                    <a:pt x="22252" y="2312381"/>
                    <a:pt x="18529" y="2307846"/>
                    <a:pt x="15250" y="2302936"/>
                  </a:cubicBezTo>
                  <a:lnTo>
                    <a:pt x="15184" y="2302837"/>
                  </a:lnTo>
                  <a:cubicBezTo>
                    <a:pt x="11912" y="2297922"/>
                    <a:pt x="9146" y="2292745"/>
                    <a:pt x="6888" y="2287286"/>
                  </a:cubicBezTo>
                  <a:lnTo>
                    <a:pt x="6842" y="2287176"/>
                  </a:lnTo>
                  <a:cubicBezTo>
                    <a:pt x="4591" y="2281724"/>
                    <a:pt x="2890" y="2276103"/>
                    <a:pt x="1739" y="2270313"/>
                  </a:cubicBezTo>
                  <a:lnTo>
                    <a:pt x="1715" y="2270196"/>
                  </a:lnTo>
                  <a:cubicBezTo>
                    <a:pt x="579" y="2264453"/>
                    <a:pt x="8" y="2258645"/>
                    <a:pt x="0" y="2252782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30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3"/>
                    <a:pt x="15250" y="40215"/>
                  </a:cubicBezTo>
                  <a:lnTo>
                    <a:pt x="15316" y="40116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7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80"/>
                    <a:pt x="84507" y="8"/>
                    <a:pt x="90369" y="0"/>
                  </a:cubicBezTo>
                  <a:lnTo>
                    <a:pt x="328148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38" name="VectorPath 438"/>
            <p:cNvSpPr/>
            <p:nvPr/>
          </p:nvSpPr>
          <p:spPr>
            <a:xfrm>
              <a:off x="3592038" y="4652559"/>
              <a:ext cx="3381375" cy="2352675"/>
            </a:xfrm>
            <a:custGeom>
              <a:rect l="l" t="t" r="r" b="b"/>
              <a:pathLst>
                <a:path w="3381375" h="2352675">
                  <a:moveTo>
                    <a:pt x="4763" y="2257425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2" y="44978"/>
                  </a:cubicBezTo>
                  <a:cubicBezTo>
                    <a:pt x="23313" y="40038"/>
                    <a:pt x="27064" y="35467"/>
                    <a:pt x="31266" y="31266"/>
                  </a:cubicBezTo>
                  <a:cubicBezTo>
                    <a:pt x="35467" y="27064"/>
                    <a:pt x="40037" y="23313"/>
                    <a:pt x="44978" y="20012"/>
                  </a:cubicBezTo>
                  <a:cubicBezTo>
                    <a:pt x="49918" y="16712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3286126" y="4763"/>
                  </a:lnTo>
                  <a:cubicBezTo>
                    <a:pt x="3292069" y="4763"/>
                    <a:pt x="3297956" y="5342"/>
                    <a:pt x="3303774" y="6501"/>
                  </a:cubicBezTo>
                  <a:cubicBezTo>
                    <a:pt x="3309605" y="7660"/>
                    <a:pt x="3315262" y="9377"/>
                    <a:pt x="3320748" y="11650"/>
                  </a:cubicBezTo>
                  <a:cubicBezTo>
                    <a:pt x="3326245" y="13924"/>
                    <a:pt x="3331455" y="16712"/>
                    <a:pt x="3336398" y="20012"/>
                  </a:cubicBezTo>
                  <a:cubicBezTo>
                    <a:pt x="3341342" y="23313"/>
                    <a:pt x="3345905" y="27064"/>
                    <a:pt x="3350105" y="31266"/>
                  </a:cubicBezTo>
                  <a:cubicBezTo>
                    <a:pt x="3354315" y="35467"/>
                    <a:pt x="3358058" y="40038"/>
                    <a:pt x="3361363" y="44978"/>
                  </a:cubicBezTo>
                  <a:cubicBezTo>
                    <a:pt x="3364659" y="49918"/>
                    <a:pt x="3367449" y="55133"/>
                    <a:pt x="3369727" y="60622"/>
                  </a:cubicBezTo>
                  <a:cubicBezTo>
                    <a:pt x="3371993" y="66111"/>
                    <a:pt x="3373717" y="71769"/>
                    <a:pt x="3374869" y="77597"/>
                  </a:cubicBezTo>
                  <a:cubicBezTo>
                    <a:pt x="3376032" y="83424"/>
                    <a:pt x="3376613" y="89309"/>
                    <a:pt x="3376613" y="95250"/>
                  </a:cubicBezTo>
                  <a:lnTo>
                    <a:pt x="3376613" y="2257425"/>
                  </a:lnTo>
                  <a:cubicBezTo>
                    <a:pt x="3376613" y="2263369"/>
                    <a:pt x="3376032" y="2269255"/>
                    <a:pt x="3374869" y="2275075"/>
                  </a:cubicBezTo>
                  <a:cubicBezTo>
                    <a:pt x="3373717" y="2280904"/>
                    <a:pt x="3371993" y="2286562"/>
                    <a:pt x="3369727" y="2292049"/>
                  </a:cubicBezTo>
                  <a:cubicBezTo>
                    <a:pt x="3367449" y="2297544"/>
                    <a:pt x="3364659" y="2302755"/>
                    <a:pt x="3361363" y="2307698"/>
                  </a:cubicBezTo>
                  <a:cubicBezTo>
                    <a:pt x="3358058" y="2312642"/>
                    <a:pt x="3354315" y="2317204"/>
                    <a:pt x="3350105" y="2321405"/>
                  </a:cubicBezTo>
                  <a:cubicBezTo>
                    <a:pt x="3345905" y="2325615"/>
                    <a:pt x="3341342" y="2329358"/>
                    <a:pt x="3336398" y="2332663"/>
                  </a:cubicBezTo>
                  <a:cubicBezTo>
                    <a:pt x="3331455" y="2335959"/>
                    <a:pt x="3326245" y="2338750"/>
                    <a:pt x="3320748" y="2341026"/>
                  </a:cubicBezTo>
                  <a:cubicBezTo>
                    <a:pt x="3315262" y="2343303"/>
                    <a:pt x="3309605" y="2345017"/>
                    <a:pt x="3303774" y="2346170"/>
                  </a:cubicBezTo>
                  <a:cubicBezTo>
                    <a:pt x="3297956" y="2347332"/>
                    <a:pt x="3292069" y="2347913"/>
                    <a:pt x="3286126" y="2347913"/>
                  </a:cubicBezTo>
                  <a:lnTo>
                    <a:pt x="95250" y="2347913"/>
                  </a:lnTo>
                  <a:cubicBezTo>
                    <a:pt x="89309" y="2347913"/>
                    <a:pt x="83424" y="2347332"/>
                    <a:pt x="77597" y="2346170"/>
                  </a:cubicBezTo>
                  <a:cubicBezTo>
                    <a:pt x="71769" y="2345017"/>
                    <a:pt x="66111" y="2343303"/>
                    <a:pt x="60622" y="2341026"/>
                  </a:cubicBezTo>
                  <a:cubicBezTo>
                    <a:pt x="55133" y="2338750"/>
                    <a:pt x="49918" y="2335959"/>
                    <a:pt x="44978" y="2332663"/>
                  </a:cubicBezTo>
                  <a:cubicBezTo>
                    <a:pt x="40037" y="2329358"/>
                    <a:pt x="35467" y="2325615"/>
                    <a:pt x="31266" y="2321405"/>
                  </a:cubicBezTo>
                  <a:cubicBezTo>
                    <a:pt x="27064" y="2317204"/>
                    <a:pt x="23313" y="2312642"/>
                    <a:pt x="20012" y="2307698"/>
                  </a:cubicBezTo>
                  <a:cubicBezTo>
                    <a:pt x="16711" y="2302755"/>
                    <a:pt x="13924" y="2297544"/>
                    <a:pt x="11650" y="2292049"/>
                  </a:cubicBezTo>
                  <a:cubicBezTo>
                    <a:pt x="9377" y="2286562"/>
                    <a:pt x="7660" y="2280904"/>
                    <a:pt x="6501" y="2275075"/>
                  </a:cubicBezTo>
                  <a:cubicBezTo>
                    <a:pt x="5342" y="2269255"/>
                    <a:pt x="4763" y="2263369"/>
                    <a:pt x="4763" y="2257425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39" name="68125D27-1009-4C55-9383-09E3291AAB6E"/>
          <p:cNvPicPr>
            <a:picLocks noChangeAspect="1"/>
          </p:cNvPicPr>
          <p:nvPr/>
        </p:nvPicPr>
        <p:blipFill>
          <a:blip r:embed="rId37" cstate="print">
            <a:extLst>
              <a:ext uri="{D3A69501-04F1-4A86-5B62-0C6376C80CB5}"/>
            </a:extLst>
          </a:blip>
          <a:srcRect/>
          <a:stretch>
            <a:fillRect/>
          </a:stretch>
        </p:blipFill>
        <p:spPr>
          <a:xfrm>
            <a:off x="3843351" y="4726333"/>
            <a:ext cx="2905125" cy="152400"/>
          </a:xfrm>
          <a:prstGeom prst="rect">
            <a:avLst/>
          </a:prstGeom>
        </p:spPr>
      </p:pic>
      <p:grpSp>
        <p:nvGrpSpPr>
          <p:cNvPr id="440" name="Combination 440"/>
          <p:cNvGrpSpPr/>
          <p:nvPr/>
        </p:nvGrpSpPr>
        <p:grpSpPr>
          <a:xfrm>
            <a:off x="319525" y="4637411"/>
            <a:ext cx="5939779" cy="2352675"/>
            <a:chOff x="319525" y="4637411"/>
            <a:chExt cx="5939779" cy="2352675"/>
          </a:xfrm>
        </p:grpSpPr>
        <p:sp>
          <p:nvSpPr>
            <p:cNvPr id="441" name="VectorPath 441"/>
            <p:cNvSpPr/>
            <p:nvPr/>
          </p:nvSpPr>
          <p:spPr>
            <a:xfrm>
              <a:off x="4087338" y="5097759"/>
              <a:ext cx="962539" cy="198581"/>
            </a:xfrm>
            <a:custGeom>
              <a:rect l="l" t="t" r="r" b="b"/>
              <a:pathLst>
                <a:path w="962539" h="198581">
                  <a:moveTo>
                    <a:pt x="0" y="0"/>
                  </a:moveTo>
                  <a:lnTo>
                    <a:pt x="962539" y="0"/>
                  </a:lnTo>
                  <a:lnTo>
                    <a:pt x="962539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42" name="VectorPath 442"/>
            <p:cNvSpPr/>
            <p:nvPr/>
          </p:nvSpPr>
          <p:spPr>
            <a:xfrm>
              <a:off x="4087338" y="5353507"/>
              <a:ext cx="776796" cy="198581"/>
            </a:xfrm>
            <a:custGeom>
              <a:rect l="l" t="t" r="r" b="b"/>
              <a:pathLst>
                <a:path w="776796" h="198581">
                  <a:moveTo>
                    <a:pt x="0" y="0"/>
                  </a:moveTo>
                  <a:lnTo>
                    <a:pt x="776796" y="0"/>
                  </a:lnTo>
                  <a:lnTo>
                    <a:pt x="776796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43" name="VectorPath 443"/>
            <p:cNvSpPr/>
            <p:nvPr/>
          </p:nvSpPr>
          <p:spPr>
            <a:xfrm>
              <a:off x="4087338" y="5609255"/>
              <a:ext cx="366028" cy="198581"/>
            </a:xfrm>
            <a:custGeom>
              <a:rect l="l" t="t" r="r" b="b"/>
              <a:pathLst>
                <a:path w="366028" h="198581">
                  <a:moveTo>
                    <a:pt x="0" y="0"/>
                  </a:moveTo>
                  <a:lnTo>
                    <a:pt x="366028" y="0"/>
                  </a:lnTo>
                  <a:lnTo>
                    <a:pt x="366028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44" name="VectorPath 444"/>
            <p:cNvSpPr/>
            <p:nvPr/>
          </p:nvSpPr>
          <p:spPr>
            <a:xfrm>
              <a:off x="4087338" y="5865003"/>
              <a:ext cx="96022" cy="198581"/>
            </a:xfrm>
            <a:custGeom>
              <a:rect l="l" t="t" r="r" b="b"/>
              <a:pathLst>
                <a:path w="96022" h="198581">
                  <a:moveTo>
                    <a:pt x="0" y="0"/>
                  </a:moveTo>
                  <a:lnTo>
                    <a:pt x="96022" y="0"/>
                  </a:lnTo>
                  <a:lnTo>
                    <a:pt x="96022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45" name="VectorPath 445"/>
            <p:cNvSpPr/>
            <p:nvPr/>
          </p:nvSpPr>
          <p:spPr>
            <a:xfrm>
              <a:off x="5049877" y="5097759"/>
              <a:ext cx="1209427" cy="198581"/>
            </a:xfrm>
            <a:custGeom>
              <a:rect l="l" t="t" r="r" b="b"/>
              <a:pathLst>
                <a:path w="1209427" h="198581">
                  <a:moveTo>
                    <a:pt x="0" y="0"/>
                  </a:moveTo>
                  <a:lnTo>
                    <a:pt x="1209427" y="0"/>
                  </a:lnTo>
                  <a:lnTo>
                    <a:pt x="1209427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46" name="VectorPath 446"/>
            <p:cNvSpPr/>
            <p:nvPr/>
          </p:nvSpPr>
          <p:spPr>
            <a:xfrm>
              <a:off x="4864134" y="5353507"/>
              <a:ext cx="850039" cy="198581"/>
            </a:xfrm>
            <a:custGeom>
              <a:rect l="l" t="t" r="r" b="b"/>
              <a:pathLst>
                <a:path w="850039" h="198581">
                  <a:moveTo>
                    <a:pt x="0" y="0"/>
                  </a:moveTo>
                  <a:lnTo>
                    <a:pt x="850039" y="0"/>
                  </a:lnTo>
                  <a:lnTo>
                    <a:pt x="850039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47" name="VectorPath 447"/>
            <p:cNvSpPr/>
            <p:nvPr/>
          </p:nvSpPr>
          <p:spPr>
            <a:xfrm>
              <a:off x="4453366" y="5609255"/>
              <a:ext cx="490993" cy="198581"/>
            </a:xfrm>
            <a:custGeom>
              <a:rect l="l" t="t" r="r" b="b"/>
              <a:pathLst>
                <a:path w="490993" h="198581">
                  <a:moveTo>
                    <a:pt x="0" y="0"/>
                  </a:moveTo>
                  <a:lnTo>
                    <a:pt x="490993" y="0"/>
                  </a:lnTo>
                  <a:lnTo>
                    <a:pt x="490993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48" name="VectorPath 448"/>
            <p:cNvSpPr/>
            <p:nvPr/>
          </p:nvSpPr>
          <p:spPr>
            <a:xfrm>
              <a:off x="4183359" y="5865003"/>
              <a:ext cx="100877" cy="198581"/>
            </a:xfrm>
            <a:custGeom>
              <a:rect l="l" t="t" r="r" b="b"/>
              <a:pathLst>
                <a:path w="100877" h="198581">
                  <a:moveTo>
                    <a:pt x="0" y="0"/>
                  </a:moveTo>
                  <a:lnTo>
                    <a:pt x="100877" y="0"/>
                  </a:lnTo>
                  <a:lnTo>
                    <a:pt x="100877" y="198581"/>
                  </a:lnTo>
                  <a:lnTo>
                    <a:pt x="0" y="198581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49" name="VectorPath 449"/>
            <p:cNvSpPr/>
            <p:nvPr/>
          </p:nvSpPr>
          <p:spPr>
            <a:xfrm>
              <a:off x="324287" y="4642173"/>
              <a:ext cx="3152775" cy="2343150"/>
            </a:xfrm>
            <a:custGeom>
              <a:rect l="l" t="t" r="r" b="b"/>
              <a:pathLst>
                <a:path w="3152775" h="2343150">
                  <a:moveTo>
                    <a:pt x="3071175" y="290"/>
                  </a:moveTo>
                  <a:cubicBezTo>
                    <a:pt x="3074102" y="725"/>
                    <a:pt x="3077028" y="1159"/>
                    <a:pt x="3079937" y="1739"/>
                  </a:cubicBezTo>
                  <a:lnTo>
                    <a:pt x="3080054" y="1762"/>
                  </a:lnTo>
                  <a:cubicBezTo>
                    <a:pt x="3085842" y="2921"/>
                    <a:pt x="3091461" y="4629"/>
                    <a:pt x="3096911" y="6888"/>
                  </a:cubicBezTo>
                  <a:lnTo>
                    <a:pt x="3097021" y="6933"/>
                  </a:lnTo>
                  <a:cubicBezTo>
                    <a:pt x="3102476" y="9199"/>
                    <a:pt x="3107650" y="11971"/>
                    <a:pt x="3112561" y="15250"/>
                  </a:cubicBezTo>
                  <a:lnTo>
                    <a:pt x="3112660" y="15316"/>
                  </a:lnTo>
                  <a:cubicBezTo>
                    <a:pt x="3117565" y="18601"/>
                    <a:pt x="3122095" y="22330"/>
                    <a:pt x="3126267" y="26503"/>
                  </a:cubicBezTo>
                  <a:lnTo>
                    <a:pt x="3126352" y="26587"/>
                  </a:lnTo>
                  <a:cubicBezTo>
                    <a:pt x="3130527" y="30765"/>
                    <a:pt x="3134242" y="35308"/>
                    <a:pt x="3137525" y="40215"/>
                  </a:cubicBezTo>
                  <a:lnTo>
                    <a:pt x="3137592" y="40314"/>
                  </a:lnTo>
                  <a:cubicBezTo>
                    <a:pt x="3140859" y="45225"/>
                    <a:pt x="3143628" y="50407"/>
                    <a:pt x="3145889" y="55859"/>
                  </a:cubicBezTo>
                  <a:lnTo>
                    <a:pt x="3145934" y="55969"/>
                  </a:lnTo>
                  <a:cubicBezTo>
                    <a:pt x="3148188" y="61424"/>
                    <a:pt x="3149887" y="67046"/>
                    <a:pt x="3151032" y="72834"/>
                  </a:cubicBezTo>
                  <a:lnTo>
                    <a:pt x="3151055" y="72951"/>
                  </a:lnTo>
                  <a:cubicBezTo>
                    <a:pt x="3152195" y="78701"/>
                    <a:pt x="3152768" y="84507"/>
                    <a:pt x="3152775" y="90369"/>
                  </a:cubicBezTo>
                  <a:lnTo>
                    <a:pt x="3152775" y="2252782"/>
                  </a:lnTo>
                  <a:lnTo>
                    <a:pt x="3152485" y="2261549"/>
                  </a:lnTo>
                  <a:cubicBezTo>
                    <a:pt x="3152049" y="2264476"/>
                    <a:pt x="3151613" y="2267403"/>
                    <a:pt x="3151032" y="2270313"/>
                  </a:cubicBezTo>
                  <a:lnTo>
                    <a:pt x="3151009" y="2270429"/>
                  </a:lnTo>
                  <a:cubicBezTo>
                    <a:pt x="3149857" y="2276217"/>
                    <a:pt x="3148150" y="2281836"/>
                    <a:pt x="3145889" y="2287286"/>
                  </a:cubicBezTo>
                  <a:lnTo>
                    <a:pt x="3145843" y="2287396"/>
                  </a:lnTo>
                  <a:cubicBezTo>
                    <a:pt x="3143575" y="2292851"/>
                    <a:pt x="3140800" y="2298025"/>
                    <a:pt x="3137525" y="2302936"/>
                  </a:cubicBezTo>
                  <a:lnTo>
                    <a:pt x="3137460" y="2303034"/>
                  </a:lnTo>
                  <a:cubicBezTo>
                    <a:pt x="3134171" y="2307940"/>
                    <a:pt x="3130449" y="2312469"/>
                    <a:pt x="3126267" y="2316642"/>
                  </a:cubicBezTo>
                  <a:lnTo>
                    <a:pt x="3126183" y="2316726"/>
                  </a:lnTo>
                  <a:cubicBezTo>
                    <a:pt x="3122006" y="2320902"/>
                    <a:pt x="3117471" y="2324618"/>
                    <a:pt x="3112561" y="2327901"/>
                  </a:cubicBezTo>
                  <a:lnTo>
                    <a:pt x="3112462" y="2327967"/>
                  </a:lnTo>
                  <a:cubicBezTo>
                    <a:pt x="3107548" y="2331233"/>
                    <a:pt x="3102371" y="2334002"/>
                    <a:pt x="3096911" y="2336264"/>
                  </a:cubicBezTo>
                  <a:lnTo>
                    <a:pt x="3096801" y="2336309"/>
                  </a:lnTo>
                  <a:cubicBezTo>
                    <a:pt x="3091349" y="2338563"/>
                    <a:pt x="3085728" y="2340262"/>
                    <a:pt x="3079937" y="2341407"/>
                  </a:cubicBezTo>
                  <a:lnTo>
                    <a:pt x="3079821" y="2341430"/>
                  </a:lnTo>
                  <a:cubicBezTo>
                    <a:pt x="3074079" y="2342569"/>
                    <a:pt x="3068270" y="2343142"/>
                    <a:pt x="3062407" y="2343150"/>
                  </a:cubicBezTo>
                  <a:lnTo>
                    <a:pt x="90369" y="2343150"/>
                  </a:lnTo>
                  <a:lnTo>
                    <a:pt x="81604" y="2342860"/>
                  </a:lnTo>
                  <a:cubicBezTo>
                    <a:pt x="78676" y="2342424"/>
                    <a:pt x="75748" y="2341988"/>
                    <a:pt x="72834" y="2341407"/>
                  </a:cubicBezTo>
                  <a:lnTo>
                    <a:pt x="72718" y="2341384"/>
                  </a:lnTo>
                  <a:cubicBezTo>
                    <a:pt x="66931" y="2340232"/>
                    <a:pt x="61312" y="2338525"/>
                    <a:pt x="55859" y="2336264"/>
                  </a:cubicBezTo>
                  <a:lnTo>
                    <a:pt x="55750" y="2336218"/>
                  </a:lnTo>
                  <a:cubicBezTo>
                    <a:pt x="50301" y="2333949"/>
                    <a:pt x="45123" y="2331174"/>
                    <a:pt x="40215" y="2327901"/>
                  </a:cubicBezTo>
                  <a:lnTo>
                    <a:pt x="40116" y="2327834"/>
                  </a:lnTo>
                  <a:cubicBezTo>
                    <a:pt x="35214" y="2324546"/>
                    <a:pt x="30676" y="2320824"/>
                    <a:pt x="26503" y="2316642"/>
                  </a:cubicBezTo>
                  <a:lnTo>
                    <a:pt x="26419" y="2316558"/>
                  </a:lnTo>
                  <a:cubicBezTo>
                    <a:pt x="22252" y="2312381"/>
                    <a:pt x="18529" y="2307846"/>
                    <a:pt x="15250" y="2302936"/>
                  </a:cubicBezTo>
                  <a:lnTo>
                    <a:pt x="15184" y="2302837"/>
                  </a:lnTo>
                  <a:cubicBezTo>
                    <a:pt x="11912" y="2297922"/>
                    <a:pt x="9146" y="2292745"/>
                    <a:pt x="6888" y="2287286"/>
                  </a:cubicBezTo>
                  <a:lnTo>
                    <a:pt x="6842" y="2287176"/>
                  </a:lnTo>
                  <a:cubicBezTo>
                    <a:pt x="4591" y="2281724"/>
                    <a:pt x="2890" y="2276103"/>
                    <a:pt x="1739" y="2270313"/>
                  </a:cubicBezTo>
                  <a:lnTo>
                    <a:pt x="1715" y="2270196"/>
                  </a:lnTo>
                  <a:cubicBezTo>
                    <a:pt x="580" y="2264453"/>
                    <a:pt x="8" y="2258645"/>
                    <a:pt x="0" y="2252782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3"/>
                    <a:pt x="15250" y="40215"/>
                  </a:cubicBezTo>
                  <a:lnTo>
                    <a:pt x="15316" y="40116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5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7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80"/>
                    <a:pt x="84507" y="8"/>
                    <a:pt x="90369" y="0"/>
                  </a:cubicBezTo>
                  <a:lnTo>
                    <a:pt x="3062407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50" name="VectorPath 450"/>
            <p:cNvSpPr/>
            <p:nvPr/>
          </p:nvSpPr>
          <p:spPr>
            <a:xfrm>
              <a:off x="319525" y="4637411"/>
              <a:ext cx="3162300" cy="2352675"/>
            </a:xfrm>
            <a:custGeom>
              <a:rect l="l" t="t" r="r" b="b"/>
              <a:pathLst>
                <a:path w="3162300" h="2352675">
                  <a:moveTo>
                    <a:pt x="4763" y="2257425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2" y="49918"/>
                    <a:pt x="20012" y="44978"/>
                  </a:cubicBezTo>
                  <a:cubicBezTo>
                    <a:pt x="23313" y="40038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2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8" y="4763"/>
                    <a:pt x="95250" y="4763"/>
                  </a:cubicBezTo>
                  <a:lnTo>
                    <a:pt x="3067050" y="4763"/>
                  </a:lnTo>
                  <a:cubicBezTo>
                    <a:pt x="3072994" y="4763"/>
                    <a:pt x="3078881" y="5342"/>
                    <a:pt x="3084700" y="6501"/>
                  </a:cubicBezTo>
                  <a:cubicBezTo>
                    <a:pt x="3090529" y="7660"/>
                    <a:pt x="3096187" y="9377"/>
                    <a:pt x="3101674" y="11650"/>
                  </a:cubicBezTo>
                  <a:cubicBezTo>
                    <a:pt x="3107170" y="13924"/>
                    <a:pt x="3112380" y="16712"/>
                    <a:pt x="3117323" y="20012"/>
                  </a:cubicBezTo>
                  <a:cubicBezTo>
                    <a:pt x="3122267" y="23313"/>
                    <a:pt x="3126830" y="27064"/>
                    <a:pt x="3131030" y="31266"/>
                  </a:cubicBezTo>
                  <a:cubicBezTo>
                    <a:pt x="3135240" y="35467"/>
                    <a:pt x="3138983" y="40038"/>
                    <a:pt x="3142288" y="44978"/>
                  </a:cubicBezTo>
                  <a:cubicBezTo>
                    <a:pt x="3145584" y="49918"/>
                    <a:pt x="3148375" y="55133"/>
                    <a:pt x="3150651" y="60622"/>
                  </a:cubicBezTo>
                  <a:cubicBezTo>
                    <a:pt x="3152928" y="66111"/>
                    <a:pt x="3154642" y="71769"/>
                    <a:pt x="3155794" y="77597"/>
                  </a:cubicBezTo>
                  <a:cubicBezTo>
                    <a:pt x="3156957" y="83424"/>
                    <a:pt x="3157538" y="89309"/>
                    <a:pt x="3157538" y="95250"/>
                  </a:cubicBezTo>
                  <a:lnTo>
                    <a:pt x="3157538" y="2257425"/>
                  </a:lnTo>
                  <a:cubicBezTo>
                    <a:pt x="3157538" y="2263369"/>
                    <a:pt x="3156957" y="2269255"/>
                    <a:pt x="3155794" y="2275075"/>
                  </a:cubicBezTo>
                  <a:cubicBezTo>
                    <a:pt x="3154642" y="2280904"/>
                    <a:pt x="3152928" y="2286562"/>
                    <a:pt x="3150651" y="2292049"/>
                  </a:cubicBezTo>
                  <a:cubicBezTo>
                    <a:pt x="3148375" y="2297544"/>
                    <a:pt x="3145584" y="2302755"/>
                    <a:pt x="3142288" y="2307698"/>
                  </a:cubicBezTo>
                  <a:cubicBezTo>
                    <a:pt x="3138983" y="2312642"/>
                    <a:pt x="3135240" y="2317204"/>
                    <a:pt x="3131030" y="2321405"/>
                  </a:cubicBezTo>
                  <a:cubicBezTo>
                    <a:pt x="3126830" y="2325615"/>
                    <a:pt x="3122267" y="2329358"/>
                    <a:pt x="3117323" y="2332663"/>
                  </a:cubicBezTo>
                  <a:cubicBezTo>
                    <a:pt x="3112380" y="2335959"/>
                    <a:pt x="3107170" y="2338750"/>
                    <a:pt x="3101674" y="2341026"/>
                  </a:cubicBezTo>
                  <a:cubicBezTo>
                    <a:pt x="3096187" y="2343303"/>
                    <a:pt x="3090529" y="2345017"/>
                    <a:pt x="3084700" y="2346170"/>
                  </a:cubicBezTo>
                  <a:cubicBezTo>
                    <a:pt x="3078881" y="2347332"/>
                    <a:pt x="3072994" y="2347913"/>
                    <a:pt x="3067050" y="2347913"/>
                  </a:cubicBezTo>
                  <a:lnTo>
                    <a:pt x="95250" y="2347913"/>
                  </a:lnTo>
                  <a:cubicBezTo>
                    <a:pt x="89308" y="2347913"/>
                    <a:pt x="83424" y="2347332"/>
                    <a:pt x="77597" y="2346170"/>
                  </a:cubicBezTo>
                  <a:cubicBezTo>
                    <a:pt x="71769" y="2345017"/>
                    <a:pt x="66111" y="2343303"/>
                    <a:pt x="60622" y="2341026"/>
                  </a:cubicBezTo>
                  <a:cubicBezTo>
                    <a:pt x="55133" y="2338750"/>
                    <a:pt x="49918" y="2335959"/>
                    <a:pt x="44978" y="2332663"/>
                  </a:cubicBezTo>
                  <a:cubicBezTo>
                    <a:pt x="40038" y="2329358"/>
                    <a:pt x="35467" y="2325615"/>
                    <a:pt x="31266" y="2321405"/>
                  </a:cubicBezTo>
                  <a:cubicBezTo>
                    <a:pt x="27064" y="2317204"/>
                    <a:pt x="23313" y="2312642"/>
                    <a:pt x="20012" y="2307698"/>
                  </a:cubicBezTo>
                  <a:cubicBezTo>
                    <a:pt x="16712" y="2302755"/>
                    <a:pt x="13924" y="2297544"/>
                    <a:pt x="11650" y="2292049"/>
                  </a:cubicBezTo>
                  <a:cubicBezTo>
                    <a:pt x="9377" y="2286562"/>
                    <a:pt x="7660" y="2280904"/>
                    <a:pt x="6501" y="2275075"/>
                  </a:cubicBezTo>
                  <a:cubicBezTo>
                    <a:pt x="5342" y="2269255"/>
                    <a:pt x="4763" y="2263369"/>
                    <a:pt x="4763" y="2257425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51" name="51E6EFE2-3306-474F-F267-719C11290EE4"/>
          <p:cNvPicPr>
            <a:picLocks noChangeAspect="1"/>
          </p:cNvPicPr>
          <p:nvPr/>
        </p:nvPicPr>
        <p:blipFill>
          <a:blip r:embed="rId38" cstate="print">
            <a:extLst>
              <a:ext uri="{3236D063-A79D-4398-6B3C-D00BE0896FC3}"/>
            </a:extLst>
          </a:blip>
          <a:srcRect/>
          <a:stretch>
            <a:fillRect/>
          </a:stretch>
        </p:blipFill>
        <p:spPr>
          <a:xfrm>
            <a:off x="495085" y="4711184"/>
            <a:ext cx="2857500" cy="152400"/>
          </a:xfrm>
          <a:prstGeom prst="rect">
            <a:avLst/>
          </a:prstGeom>
        </p:spPr>
      </p:pic>
      <p:grpSp>
        <p:nvGrpSpPr>
          <p:cNvPr id="452" name="Combination 452"/>
          <p:cNvGrpSpPr/>
          <p:nvPr/>
        </p:nvGrpSpPr>
        <p:grpSpPr>
          <a:xfrm>
            <a:off x="662425" y="1061881"/>
            <a:ext cx="7017195" cy="5477491"/>
            <a:chOff x="662425" y="1061881"/>
            <a:chExt cx="7017195" cy="5477491"/>
          </a:xfrm>
        </p:grpSpPr>
        <p:sp>
          <p:nvSpPr>
            <p:cNvPr id="453" name="VectorPath 453"/>
            <p:cNvSpPr/>
            <p:nvPr/>
          </p:nvSpPr>
          <p:spPr>
            <a:xfrm>
              <a:off x="662425" y="5100878"/>
              <a:ext cx="1077011" cy="232819"/>
            </a:xfrm>
            <a:custGeom>
              <a:rect l="l" t="t" r="r" b="b"/>
              <a:pathLst>
                <a:path w="1077011" h="232819">
                  <a:moveTo>
                    <a:pt x="0" y="0"/>
                  </a:moveTo>
                  <a:lnTo>
                    <a:pt x="1077011" y="0"/>
                  </a:lnTo>
                  <a:lnTo>
                    <a:pt x="1077011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54" name="VectorPath 454"/>
            <p:cNvSpPr/>
            <p:nvPr/>
          </p:nvSpPr>
          <p:spPr>
            <a:xfrm>
              <a:off x="662425" y="5402295"/>
              <a:ext cx="984152" cy="232819"/>
            </a:xfrm>
            <a:custGeom>
              <a:rect l="l" t="t" r="r" b="b"/>
              <a:pathLst>
                <a:path w="984152" h="232819">
                  <a:moveTo>
                    <a:pt x="0" y="0"/>
                  </a:moveTo>
                  <a:lnTo>
                    <a:pt x="984152" y="0"/>
                  </a:lnTo>
                  <a:lnTo>
                    <a:pt x="984152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55" name="VectorPath 455"/>
            <p:cNvSpPr/>
            <p:nvPr/>
          </p:nvSpPr>
          <p:spPr>
            <a:xfrm>
              <a:off x="662425" y="5703713"/>
              <a:ext cx="1138361" cy="232819"/>
            </a:xfrm>
            <a:custGeom>
              <a:rect l="l" t="t" r="r" b="b"/>
              <a:pathLst>
                <a:path w="1138361" h="232819">
                  <a:moveTo>
                    <a:pt x="0" y="0"/>
                  </a:moveTo>
                  <a:lnTo>
                    <a:pt x="1138361" y="0"/>
                  </a:lnTo>
                  <a:lnTo>
                    <a:pt x="1138361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56" name="VectorPath 456"/>
            <p:cNvSpPr/>
            <p:nvPr/>
          </p:nvSpPr>
          <p:spPr>
            <a:xfrm>
              <a:off x="662425" y="6005134"/>
              <a:ext cx="687735" cy="232819"/>
            </a:xfrm>
            <a:custGeom>
              <a:rect l="l" t="t" r="r" b="b"/>
              <a:pathLst>
                <a:path w="687735" h="232819">
                  <a:moveTo>
                    <a:pt x="0" y="0"/>
                  </a:moveTo>
                  <a:lnTo>
                    <a:pt x="687735" y="0"/>
                  </a:lnTo>
                  <a:lnTo>
                    <a:pt x="687735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57" name="VectorPath 457"/>
            <p:cNvSpPr/>
            <p:nvPr/>
          </p:nvSpPr>
          <p:spPr>
            <a:xfrm>
              <a:off x="662425" y="6306552"/>
              <a:ext cx="265501" cy="232819"/>
            </a:xfrm>
            <a:custGeom>
              <a:rect l="l" t="t" r="r" b="b"/>
              <a:pathLst>
                <a:path w="265501" h="232819">
                  <a:moveTo>
                    <a:pt x="0" y="0"/>
                  </a:moveTo>
                  <a:lnTo>
                    <a:pt x="265501" y="0"/>
                  </a:lnTo>
                  <a:lnTo>
                    <a:pt x="265501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58" name="VectorPath 458"/>
            <p:cNvSpPr/>
            <p:nvPr/>
          </p:nvSpPr>
          <p:spPr>
            <a:xfrm>
              <a:off x="1739436" y="5100878"/>
              <a:ext cx="1163374" cy="232819"/>
            </a:xfrm>
            <a:custGeom>
              <a:rect l="l" t="t" r="r" b="b"/>
              <a:pathLst>
                <a:path w="1163374" h="232819">
                  <a:moveTo>
                    <a:pt x="0" y="0"/>
                  </a:moveTo>
                  <a:lnTo>
                    <a:pt x="1163374" y="0"/>
                  </a:lnTo>
                  <a:lnTo>
                    <a:pt x="1163374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59" name="VectorPath 459"/>
            <p:cNvSpPr/>
            <p:nvPr/>
          </p:nvSpPr>
          <p:spPr>
            <a:xfrm>
              <a:off x="1646576" y="5402295"/>
              <a:ext cx="1242965" cy="232819"/>
            </a:xfrm>
            <a:custGeom>
              <a:rect l="l" t="t" r="r" b="b"/>
              <a:pathLst>
                <a:path w="1242965" h="232819">
                  <a:moveTo>
                    <a:pt x="0" y="0"/>
                  </a:moveTo>
                  <a:lnTo>
                    <a:pt x="1242965" y="0"/>
                  </a:lnTo>
                  <a:lnTo>
                    <a:pt x="1242965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60" name="VectorPath 460"/>
            <p:cNvSpPr/>
            <p:nvPr/>
          </p:nvSpPr>
          <p:spPr>
            <a:xfrm>
              <a:off x="1800786" y="5703713"/>
              <a:ext cx="1068086" cy="232819"/>
            </a:xfrm>
            <a:custGeom>
              <a:rect l="l" t="t" r="r" b="b"/>
              <a:pathLst>
                <a:path w="1068086" h="232819">
                  <a:moveTo>
                    <a:pt x="0" y="0"/>
                  </a:moveTo>
                  <a:lnTo>
                    <a:pt x="1068086" y="0"/>
                  </a:lnTo>
                  <a:lnTo>
                    <a:pt x="1068086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61" name="VectorPath 461"/>
            <p:cNvSpPr/>
            <p:nvPr/>
          </p:nvSpPr>
          <p:spPr>
            <a:xfrm>
              <a:off x="1350160" y="6005134"/>
              <a:ext cx="1007240" cy="232819"/>
            </a:xfrm>
            <a:custGeom>
              <a:rect l="l" t="t" r="r" b="b"/>
              <a:pathLst>
                <a:path w="1007240" h="232819">
                  <a:moveTo>
                    <a:pt x="0" y="0"/>
                  </a:moveTo>
                  <a:lnTo>
                    <a:pt x="1007240" y="0"/>
                  </a:lnTo>
                  <a:lnTo>
                    <a:pt x="1007240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62" name="VectorPath 462"/>
            <p:cNvSpPr/>
            <p:nvPr/>
          </p:nvSpPr>
          <p:spPr>
            <a:xfrm>
              <a:off x="927926" y="6306552"/>
              <a:ext cx="477040" cy="232819"/>
            </a:xfrm>
            <a:custGeom>
              <a:rect l="l" t="t" r="r" b="b"/>
              <a:pathLst>
                <a:path w="477040" h="232819">
                  <a:moveTo>
                    <a:pt x="0" y="0"/>
                  </a:moveTo>
                  <a:lnTo>
                    <a:pt x="477040" y="0"/>
                  </a:lnTo>
                  <a:lnTo>
                    <a:pt x="477040" y="232819"/>
                  </a:lnTo>
                  <a:lnTo>
                    <a:pt x="0" y="232819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63" name="VectorPath 463"/>
            <p:cNvSpPr/>
            <p:nvPr/>
          </p:nvSpPr>
          <p:spPr>
            <a:xfrm>
              <a:off x="5626982" y="1066643"/>
              <a:ext cx="2047875" cy="3524250"/>
            </a:xfrm>
            <a:custGeom>
              <a:rect l="l" t="t" r="r" b="b"/>
              <a:pathLst>
                <a:path w="2047875" h="3524250">
                  <a:moveTo>
                    <a:pt x="1966274" y="290"/>
                  </a:moveTo>
                  <a:cubicBezTo>
                    <a:pt x="1969201" y="724"/>
                    <a:pt x="1972128" y="1159"/>
                    <a:pt x="1975038" y="1739"/>
                  </a:cubicBezTo>
                  <a:lnTo>
                    <a:pt x="1975154" y="1762"/>
                  </a:lnTo>
                  <a:cubicBezTo>
                    <a:pt x="1980942" y="2921"/>
                    <a:pt x="1986561" y="4630"/>
                    <a:pt x="1992011" y="6888"/>
                  </a:cubicBezTo>
                  <a:lnTo>
                    <a:pt x="1992121" y="6933"/>
                  </a:lnTo>
                  <a:cubicBezTo>
                    <a:pt x="1997576" y="9199"/>
                    <a:pt x="2002750" y="11971"/>
                    <a:pt x="2007661" y="15250"/>
                  </a:cubicBezTo>
                  <a:lnTo>
                    <a:pt x="2007759" y="15316"/>
                  </a:lnTo>
                  <a:cubicBezTo>
                    <a:pt x="2012665" y="18601"/>
                    <a:pt x="2017195" y="22330"/>
                    <a:pt x="2021376" y="26503"/>
                  </a:cubicBezTo>
                  <a:lnTo>
                    <a:pt x="2021460" y="26587"/>
                  </a:lnTo>
                  <a:cubicBezTo>
                    <a:pt x="2025627" y="30765"/>
                    <a:pt x="2029342" y="35308"/>
                    <a:pt x="2032625" y="40215"/>
                  </a:cubicBezTo>
                  <a:lnTo>
                    <a:pt x="2032692" y="40314"/>
                  </a:lnTo>
                  <a:cubicBezTo>
                    <a:pt x="2035958" y="45225"/>
                    <a:pt x="2038727" y="50407"/>
                    <a:pt x="2040988" y="55859"/>
                  </a:cubicBezTo>
                  <a:lnTo>
                    <a:pt x="2041034" y="55969"/>
                  </a:lnTo>
                  <a:cubicBezTo>
                    <a:pt x="2043288" y="61424"/>
                    <a:pt x="2044987" y="67046"/>
                    <a:pt x="2046132" y="72834"/>
                  </a:cubicBezTo>
                  <a:lnTo>
                    <a:pt x="2046155" y="72951"/>
                  </a:lnTo>
                  <a:cubicBezTo>
                    <a:pt x="2047294" y="78701"/>
                    <a:pt x="2047868" y="84507"/>
                    <a:pt x="2047875" y="90369"/>
                  </a:cubicBezTo>
                  <a:lnTo>
                    <a:pt x="2047875" y="3433882"/>
                  </a:lnTo>
                  <a:lnTo>
                    <a:pt x="2047585" y="3442650"/>
                  </a:lnTo>
                  <a:cubicBezTo>
                    <a:pt x="2047148" y="3445577"/>
                    <a:pt x="2046713" y="3448503"/>
                    <a:pt x="2046132" y="3451412"/>
                  </a:cubicBezTo>
                  <a:lnTo>
                    <a:pt x="2046109" y="3451529"/>
                  </a:lnTo>
                  <a:cubicBezTo>
                    <a:pt x="2044956" y="3457317"/>
                    <a:pt x="2043249" y="3462936"/>
                    <a:pt x="2040988" y="3468386"/>
                  </a:cubicBezTo>
                  <a:lnTo>
                    <a:pt x="2040943" y="3468496"/>
                  </a:lnTo>
                  <a:cubicBezTo>
                    <a:pt x="2038675" y="3473952"/>
                    <a:pt x="2035899" y="3479125"/>
                    <a:pt x="2032625" y="3484035"/>
                  </a:cubicBezTo>
                  <a:lnTo>
                    <a:pt x="2032559" y="3484135"/>
                  </a:lnTo>
                  <a:cubicBezTo>
                    <a:pt x="2029270" y="3489039"/>
                    <a:pt x="2025549" y="3493570"/>
                    <a:pt x="2021376" y="3497742"/>
                  </a:cubicBezTo>
                  <a:lnTo>
                    <a:pt x="2021293" y="3497827"/>
                  </a:lnTo>
                  <a:cubicBezTo>
                    <a:pt x="2017105" y="3502002"/>
                    <a:pt x="2012571" y="3505718"/>
                    <a:pt x="2007661" y="3509001"/>
                  </a:cubicBezTo>
                  <a:lnTo>
                    <a:pt x="2007562" y="3509066"/>
                  </a:lnTo>
                  <a:cubicBezTo>
                    <a:pt x="2002647" y="3512334"/>
                    <a:pt x="1997470" y="3515102"/>
                    <a:pt x="1992011" y="3517364"/>
                  </a:cubicBezTo>
                  <a:lnTo>
                    <a:pt x="1991901" y="3517409"/>
                  </a:lnTo>
                  <a:cubicBezTo>
                    <a:pt x="1986449" y="3519653"/>
                    <a:pt x="1980828" y="3521362"/>
                    <a:pt x="1975038" y="3522507"/>
                  </a:cubicBezTo>
                  <a:lnTo>
                    <a:pt x="1974921" y="3522530"/>
                  </a:lnTo>
                  <a:cubicBezTo>
                    <a:pt x="1969178" y="3523669"/>
                    <a:pt x="1963370" y="3524242"/>
                    <a:pt x="1957507" y="3524250"/>
                  </a:cubicBezTo>
                  <a:lnTo>
                    <a:pt x="90369" y="3524250"/>
                  </a:lnTo>
                  <a:lnTo>
                    <a:pt x="81604" y="3523959"/>
                  </a:lnTo>
                  <a:cubicBezTo>
                    <a:pt x="78676" y="3523524"/>
                    <a:pt x="75748" y="3523088"/>
                    <a:pt x="72834" y="3522507"/>
                  </a:cubicBezTo>
                  <a:lnTo>
                    <a:pt x="72718" y="3522484"/>
                  </a:lnTo>
                  <a:cubicBezTo>
                    <a:pt x="66932" y="3521332"/>
                    <a:pt x="61312" y="3519616"/>
                    <a:pt x="55859" y="3517364"/>
                  </a:cubicBezTo>
                  <a:lnTo>
                    <a:pt x="55750" y="3517318"/>
                  </a:lnTo>
                  <a:cubicBezTo>
                    <a:pt x="50300" y="3515050"/>
                    <a:pt x="45122" y="3512275"/>
                    <a:pt x="40215" y="3509001"/>
                  </a:cubicBezTo>
                  <a:lnTo>
                    <a:pt x="40117" y="3508934"/>
                  </a:lnTo>
                  <a:cubicBezTo>
                    <a:pt x="35214" y="3505645"/>
                    <a:pt x="30676" y="3501924"/>
                    <a:pt x="26503" y="3497742"/>
                  </a:cubicBezTo>
                  <a:lnTo>
                    <a:pt x="26419" y="3497658"/>
                  </a:lnTo>
                  <a:cubicBezTo>
                    <a:pt x="22252" y="3493481"/>
                    <a:pt x="18529" y="3488946"/>
                    <a:pt x="15250" y="3484035"/>
                  </a:cubicBezTo>
                  <a:lnTo>
                    <a:pt x="15184" y="3483937"/>
                  </a:lnTo>
                  <a:cubicBezTo>
                    <a:pt x="11912" y="3479023"/>
                    <a:pt x="9146" y="3473845"/>
                    <a:pt x="6888" y="3468386"/>
                  </a:cubicBezTo>
                  <a:lnTo>
                    <a:pt x="6842" y="3468276"/>
                  </a:lnTo>
                  <a:cubicBezTo>
                    <a:pt x="4591" y="3462824"/>
                    <a:pt x="2890" y="3457203"/>
                    <a:pt x="1739" y="3451412"/>
                  </a:cubicBezTo>
                  <a:lnTo>
                    <a:pt x="1715" y="3451296"/>
                  </a:lnTo>
                  <a:cubicBezTo>
                    <a:pt x="579" y="3445553"/>
                    <a:pt x="8" y="3439745"/>
                    <a:pt x="0" y="3433882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4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30" y="61312"/>
                    <a:pt x="6888" y="55859"/>
                  </a:cubicBezTo>
                  <a:lnTo>
                    <a:pt x="6933" y="55750"/>
                  </a:lnTo>
                  <a:cubicBezTo>
                    <a:pt x="9199" y="50301"/>
                    <a:pt x="11971" y="45122"/>
                    <a:pt x="15250" y="40215"/>
                  </a:cubicBezTo>
                  <a:lnTo>
                    <a:pt x="15316" y="40117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7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6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79"/>
                    <a:pt x="84507" y="8"/>
                    <a:pt x="90369" y="0"/>
                  </a:cubicBezTo>
                  <a:lnTo>
                    <a:pt x="1957507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64" name="VectorPath 464"/>
            <p:cNvSpPr/>
            <p:nvPr/>
          </p:nvSpPr>
          <p:spPr>
            <a:xfrm>
              <a:off x="5622220" y="1061881"/>
              <a:ext cx="2057400" cy="3533775"/>
            </a:xfrm>
            <a:custGeom>
              <a:rect l="l" t="t" r="r" b="b"/>
              <a:pathLst>
                <a:path w="2057400" h="3533775">
                  <a:moveTo>
                    <a:pt x="4763" y="3438525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2" y="44978"/>
                  </a:cubicBezTo>
                  <a:cubicBezTo>
                    <a:pt x="23313" y="40037"/>
                    <a:pt x="27064" y="35467"/>
                    <a:pt x="31266" y="31266"/>
                  </a:cubicBezTo>
                  <a:cubicBezTo>
                    <a:pt x="35467" y="27064"/>
                    <a:pt x="40037" y="23313"/>
                    <a:pt x="44978" y="20012"/>
                  </a:cubicBezTo>
                  <a:cubicBezTo>
                    <a:pt x="49918" y="16711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1962150" y="4763"/>
                  </a:lnTo>
                  <a:cubicBezTo>
                    <a:pt x="1968094" y="4763"/>
                    <a:pt x="1973980" y="5342"/>
                    <a:pt x="1979800" y="6501"/>
                  </a:cubicBezTo>
                  <a:cubicBezTo>
                    <a:pt x="1985630" y="7660"/>
                    <a:pt x="1991287" y="9377"/>
                    <a:pt x="1996773" y="11650"/>
                  </a:cubicBezTo>
                  <a:cubicBezTo>
                    <a:pt x="2002269" y="13924"/>
                    <a:pt x="2007479" y="16711"/>
                    <a:pt x="2012423" y="20012"/>
                  </a:cubicBezTo>
                  <a:cubicBezTo>
                    <a:pt x="2017366" y="23313"/>
                    <a:pt x="2021929" y="27064"/>
                    <a:pt x="2026139" y="31266"/>
                  </a:cubicBezTo>
                  <a:cubicBezTo>
                    <a:pt x="2030340" y="35467"/>
                    <a:pt x="2034083" y="40037"/>
                    <a:pt x="2037388" y="44978"/>
                  </a:cubicBezTo>
                  <a:cubicBezTo>
                    <a:pt x="2040684" y="49918"/>
                    <a:pt x="2043474" y="55133"/>
                    <a:pt x="2045752" y="60622"/>
                  </a:cubicBezTo>
                  <a:cubicBezTo>
                    <a:pt x="2048027" y="66111"/>
                    <a:pt x="2049742" y="71769"/>
                    <a:pt x="2050895" y="77597"/>
                  </a:cubicBezTo>
                  <a:cubicBezTo>
                    <a:pt x="2052057" y="83424"/>
                    <a:pt x="2052638" y="89309"/>
                    <a:pt x="2052638" y="95250"/>
                  </a:cubicBezTo>
                  <a:lnTo>
                    <a:pt x="2052638" y="3438525"/>
                  </a:lnTo>
                  <a:cubicBezTo>
                    <a:pt x="2052638" y="3444469"/>
                    <a:pt x="2052057" y="3450356"/>
                    <a:pt x="2050895" y="3456174"/>
                  </a:cubicBezTo>
                  <a:cubicBezTo>
                    <a:pt x="2049742" y="3462004"/>
                    <a:pt x="2048027" y="3467662"/>
                    <a:pt x="2045752" y="3473149"/>
                  </a:cubicBezTo>
                  <a:cubicBezTo>
                    <a:pt x="2043474" y="3478645"/>
                    <a:pt x="2040684" y="3483854"/>
                    <a:pt x="2037388" y="3488798"/>
                  </a:cubicBezTo>
                  <a:cubicBezTo>
                    <a:pt x="2034083" y="3493741"/>
                    <a:pt x="2030340" y="3498304"/>
                    <a:pt x="2026139" y="3502505"/>
                  </a:cubicBezTo>
                  <a:cubicBezTo>
                    <a:pt x="2021929" y="3506715"/>
                    <a:pt x="2017366" y="3510458"/>
                    <a:pt x="2012423" y="3513763"/>
                  </a:cubicBezTo>
                  <a:cubicBezTo>
                    <a:pt x="2007479" y="3517059"/>
                    <a:pt x="2002269" y="3519850"/>
                    <a:pt x="1996773" y="3522126"/>
                  </a:cubicBezTo>
                  <a:cubicBezTo>
                    <a:pt x="1991287" y="3524393"/>
                    <a:pt x="1985630" y="3526117"/>
                    <a:pt x="1979800" y="3527269"/>
                  </a:cubicBezTo>
                  <a:cubicBezTo>
                    <a:pt x="1973980" y="3528432"/>
                    <a:pt x="1968094" y="3529013"/>
                    <a:pt x="1962150" y="3529013"/>
                  </a:cubicBezTo>
                  <a:lnTo>
                    <a:pt x="95250" y="3529013"/>
                  </a:lnTo>
                  <a:cubicBezTo>
                    <a:pt x="89309" y="3529013"/>
                    <a:pt x="83424" y="3528432"/>
                    <a:pt x="77597" y="3527269"/>
                  </a:cubicBezTo>
                  <a:cubicBezTo>
                    <a:pt x="71769" y="3526117"/>
                    <a:pt x="66111" y="3524393"/>
                    <a:pt x="60622" y="3522126"/>
                  </a:cubicBezTo>
                  <a:cubicBezTo>
                    <a:pt x="55133" y="3519850"/>
                    <a:pt x="49918" y="3517059"/>
                    <a:pt x="44978" y="3513763"/>
                  </a:cubicBezTo>
                  <a:cubicBezTo>
                    <a:pt x="40037" y="3510458"/>
                    <a:pt x="35467" y="3506715"/>
                    <a:pt x="31266" y="3502505"/>
                  </a:cubicBezTo>
                  <a:cubicBezTo>
                    <a:pt x="27064" y="3498304"/>
                    <a:pt x="23313" y="3493741"/>
                    <a:pt x="20012" y="3488798"/>
                  </a:cubicBezTo>
                  <a:cubicBezTo>
                    <a:pt x="16711" y="3483854"/>
                    <a:pt x="13924" y="3478645"/>
                    <a:pt x="11650" y="3473149"/>
                  </a:cubicBezTo>
                  <a:cubicBezTo>
                    <a:pt x="9377" y="3467662"/>
                    <a:pt x="7660" y="3462004"/>
                    <a:pt x="6501" y="3456174"/>
                  </a:cubicBezTo>
                  <a:cubicBezTo>
                    <a:pt x="5342" y="3450356"/>
                    <a:pt x="4763" y="3444469"/>
                    <a:pt x="4763" y="3438525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65" name="A3DD7499-AB30-43E6-0400-C958FADEC0EE"/>
          <p:cNvPicPr>
            <a:picLocks noChangeAspect="1"/>
          </p:cNvPicPr>
          <p:nvPr/>
        </p:nvPicPr>
        <p:blipFill>
          <a:blip r:embed="rId39" cstate="print">
            <a:extLst>
              <a:ext uri="{82BF26C2-29F0-4D6B-DFD5-F42CA0B24E0C}"/>
            </a:extLst>
          </a:blip>
          <a:srcRect/>
          <a:stretch>
            <a:fillRect/>
          </a:stretch>
        </p:blipFill>
        <p:spPr>
          <a:xfrm>
            <a:off x="5749674" y="1135654"/>
            <a:ext cx="1847850" cy="333375"/>
          </a:xfrm>
          <a:prstGeom prst="rect">
            <a:avLst/>
          </a:prstGeom>
        </p:spPr>
      </p:pic>
      <p:grpSp>
        <p:nvGrpSpPr>
          <p:cNvPr id="466" name="Combination 466"/>
          <p:cNvGrpSpPr/>
          <p:nvPr/>
        </p:nvGrpSpPr>
        <p:grpSpPr>
          <a:xfrm>
            <a:off x="6465967" y="1886359"/>
            <a:ext cx="736376" cy="2384934"/>
            <a:chOff x="6465967" y="1886359"/>
            <a:chExt cx="736376" cy="2384934"/>
          </a:xfrm>
        </p:grpSpPr>
        <p:sp>
          <p:nvSpPr>
            <p:cNvPr id="467" name="VectorPath 467"/>
            <p:cNvSpPr/>
            <p:nvPr/>
          </p:nvSpPr>
          <p:spPr>
            <a:xfrm>
              <a:off x="6465967" y="3340654"/>
              <a:ext cx="317480" cy="930638"/>
            </a:xfrm>
            <a:custGeom>
              <a:rect l="l" t="t" r="r" b="b"/>
              <a:pathLst>
                <a:path w="317480" h="930638">
                  <a:moveTo>
                    <a:pt x="0" y="0"/>
                  </a:moveTo>
                  <a:lnTo>
                    <a:pt x="317480" y="0"/>
                  </a:lnTo>
                  <a:lnTo>
                    <a:pt x="317480" y="930638"/>
                  </a:lnTo>
                  <a:lnTo>
                    <a:pt x="0" y="930638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68" name="VectorPath 468"/>
            <p:cNvSpPr/>
            <p:nvPr/>
          </p:nvSpPr>
          <p:spPr>
            <a:xfrm>
              <a:off x="6884863" y="3460717"/>
              <a:ext cx="317480" cy="810570"/>
            </a:xfrm>
            <a:custGeom>
              <a:rect l="l" t="t" r="r" b="b"/>
              <a:pathLst>
                <a:path w="317480" h="810570">
                  <a:moveTo>
                    <a:pt x="0" y="0"/>
                  </a:moveTo>
                  <a:lnTo>
                    <a:pt x="317480" y="0"/>
                  </a:lnTo>
                  <a:lnTo>
                    <a:pt x="317480" y="810570"/>
                  </a:lnTo>
                  <a:lnTo>
                    <a:pt x="0" y="810570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69" name="VectorPath 469"/>
            <p:cNvSpPr/>
            <p:nvPr/>
          </p:nvSpPr>
          <p:spPr>
            <a:xfrm>
              <a:off x="6465967" y="1886359"/>
              <a:ext cx="317480" cy="1454296"/>
            </a:xfrm>
            <a:custGeom>
              <a:rect l="l" t="t" r="r" b="b"/>
              <a:pathLst>
                <a:path w="317480" h="1454296">
                  <a:moveTo>
                    <a:pt x="0" y="0"/>
                  </a:moveTo>
                  <a:lnTo>
                    <a:pt x="317480" y="0"/>
                  </a:lnTo>
                  <a:lnTo>
                    <a:pt x="317480" y="1454296"/>
                  </a:lnTo>
                  <a:lnTo>
                    <a:pt x="0" y="1454296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470" name="VectorPath 470"/>
            <p:cNvSpPr/>
            <p:nvPr/>
          </p:nvSpPr>
          <p:spPr>
            <a:xfrm>
              <a:off x="6884863" y="2268607"/>
              <a:ext cx="317480" cy="1192111"/>
            </a:xfrm>
            <a:custGeom>
              <a:rect l="l" t="t" r="r" b="b"/>
              <a:pathLst>
                <a:path w="317480" h="1192111">
                  <a:moveTo>
                    <a:pt x="0" y="0"/>
                  </a:moveTo>
                  <a:lnTo>
                    <a:pt x="317480" y="0"/>
                  </a:lnTo>
                  <a:lnTo>
                    <a:pt x="317480" y="1192111"/>
                  </a:lnTo>
                  <a:lnTo>
                    <a:pt x="0" y="1192111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</p:grpSp>
      <p:sp>
        <p:nvSpPr>
          <p:cNvPr id="471" name="TextBox471"/>
          <p:cNvSpPr txBox="1"/>
          <p:nvPr/>
        </p:nvSpPr>
        <p:spPr>
          <a:xfrm>
            <a:off x="411650" y="2237745"/>
            <a:ext cx="666293" cy="22048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0.8M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374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0.6M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374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0.4M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89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5324" marR="0" indent="0" eaLnBrk="0">
              <a:lnSpc>
                <a:spcPct val="100000"/>
              </a:lnSpc>
            </a:pPr>
            <a:r>
              <a:rPr lang="en-US" altLang="zh-CN" sz="900" kern="0" spc="-2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Jan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2023</a:t>
            </a:r>
          </a:p>
        </p:txBody>
      </p:sp>
      <p:sp>
        <p:nvSpPr>
          <p:cNvPr id="472" name="TextBox472"/>
          <p:cNvSpPr txBox="1"/>
          <p:nvPr/>
        </p:nvSpPr>
        <p:spPr>
          <a:xfrm>
            <a:off x="586820" y="1078025"/>
            <a:ext cx="575032" cy="1903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50" kern="0" spc="-10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2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</a:p>
        </p:txBody>
      </p:sp>
      <p:sp>
        <p:nvSpPr>
          <p:cNvPr id="473" name="TextBox473"/>
          <p:cNvSpPr txBox="1"/>
          <p:nvPr/>
        </p:nvSpPr>
        <p:spPr>
          <a:xfrm>
            <a:off x="448972" y="1175703"/>
            <a:ext cx="831725" cy="555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650" kern="0" spc="-17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55</a:t>
            </a:r>
            <a:r>
              <a:rPr lang="en-US" altLang="zh-CN" sz="3650" kern="0" spc="-21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</a:p>
        </p:txBody>
      </p:sp>
      <p:sp>
        <p:nvSpPr>
          <p:cNvPr id="474" name="TextBox474"/>
          <p:cNvSpPr txBox="1"/>
          <p:nvPr/>
        </p:nvSpPr>
        <p:spPr>
          <a:xfrm>
            <a:off x="493803" y="4660180"/>
            <a:ext cx="2836706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tate_c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</a:t>
            </a:r>
          </a:p>
        </p:txBody>
      </p:sp>
      <p:sp>
        <p:nvSpPr>
          <p:cNvPr id="475" name="TextBox475"/>
          <p:cNvSpPr txBox="1"/>
          <p:nvPr/>
        </p:nvSpPr>
        <p:spPr>
          <a:xfrm>
            <a:off x="1217554" y="1978534"/>
            <a:ext cx="3388919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8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onth,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ender</a:t>
            </a:r>
          </a:p>
        </p:txBody>
      </p:sp>
      <p:sp>
        <p:nvSpPr>
          <p:cNvPr id="476" name="TextBox476"/>
          <p:cNvSpPr txBox="1"/>
          <p:nvPr/>
        </p:nvSpPr>
        <p:spPr>
          <a:xfrm>
            <a:off x="1656377" y="1065187"/>
            <a:ext cx="1041374" cy="630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86111"/>
              </a:lnSpc>
            </a:pPr>
            <a:r>
              <a:rPr lang="en-US" altLang="zh-CN" sz="120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20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otal</a:t>
            </a:r>
            <a:r>
              <a:rPr baseline="0" lang="en-US" altLang="zh-CN" sz="12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20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ransaction</a:t>
            </a:r>
          </a:p>
          <a:p>
            <a:pPr marL="129328" marR="0" indent="0" eaLnBrk="0">
              <a:lnSpc>
                <a:spcPct val="89975"/>
              </a:lnSpc>
            </a:pPr>
            <a:r>
              <a:rPr lang="en-US" altLang="zh-CN" sz="3450" kern="0" spc="-21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</a:t>
            </a:r>
            <a:r>
              <a:rPr lang="en-US" altLang="zh-CN" sz="3450" kern="0" spc="-290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</a:p>
        </p:txBody>
      </p:sp>
      <p:sp>
        <p:nvSpPr>
          <p:cNvPr id="477" name="TextBox477"/>
          <p:cNvSpPr txBox="1"/>
          <p:nvPr/>
        </p:nvSpPr>
        <p:spPr>
          <a:xfrm>
            <a:off x="1717221" y="4305510"/>
            <a:ext cx="458115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Apr</a:t>
            </a:r>
            <a:r>
              <a:rPr baseline="0" lang="en-US" altLang="zh-CN" sz="90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2023</a:t>
            </a:r>
          </a:p>
        </p:txBody>
      </p:sp>
      <p:sp>
        <p:nvSpPr>
          <p:cNvPr id="478" name="TextBox478"/>
          <p:cNvSpPr txBox="1"/>
          <p:nvPr/>
        </p:nvSpPr>
        <p:spPr>
          <a:xfrm>
            <a:off x="2841710" y="4305510"/>
            <a:ext cx="410565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Jul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2023</a:t>
            </a:r>
          </a:p>
        </p:txBody>
      </p:sp>
      <p:sp>
        <p:nvSpPr>
          <p:cNvPr id="479" name="TextBox479"/>
          <p:cNvSpPr txBox="1"/>
          <p:nvPr/>
        </p:nvSpPr>
        <p:spPr>
          <a:xfrm>
            <a:off x="3247369" y="1078025"/>
            <a:ext cx="480892" cy="1903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2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nc</a:t>
            </a:r>
            <a:r>
              <a:rPr lang="en-US" altLang="zh-CN" sz="12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</a:t>
            </a:r>
            <a:r>
              <a:rPr lang="en-US" altLang="zh-CN" sz="12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480" name="TextBox480"/>
          <p:cNvSpPr txBox="1"/>
          <p:nvPr/>
        </p:nvSpPr>
        <p:spPr>
          <a:xfrm>
            <a:off x="3001712" y="1193926"/>
            <a:ext cx="952939" cy="510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350" kern="0" spc="-205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3350" kern="0" spc="-240" baseline="0" noProof="0" dirty="0" smtClean="0">
                <a:solidFill>
                  <a:srgbClr val="A0D1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76M</a:t>
            </a:r>
          </a:p>
        </p:txBody>
      </p:sp>
      <p:sp>
        <p:nvSpPr>
          <p:cNvPr id="481" name="TextBox481"/>
          <p:cNvSpPr txBox="1"/>
          <p:nvPr/>
        </p:nvSpPr>
        <p:spPr>
          <a:xfrm>
            <a:off x="3842069" y="4675329"/>
            <a:ext cx="2897454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ageg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oup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</a:t>
            </a:r>
            <a:r>
              <a:rPr lang="en-US" altLang="zh-CN" sz="1350" kern="0" spc="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</a:t>
            </a:r>
          </a:p>
        </p:txBody>
      </p:sp>
      <p:sp>
        <p:nvSpPr>
          <p:cNvPr id="482" name="TextBox482"/>
          <p:cNvSpPr txBox="1"/>
          <p:nvPr/>
        </p:nvSpPr>
        <p:spPr>
          <a:xfrm>
            <a:off x="3932448" y="4305510"/>
            <a:ext cx="455028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Oct</a:t>
            </a:r>
            <a:r>
              <a:rPr baseline="0" lang="en-US" altLang="zh-CN" sz="9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2023</a:t>
            </a:r>
          </a:p>
        </p:txBody>
      </p:sp>
      <p:sp>
        <p:nvSpPr>
          <p:cNvPr id="483" name="TextBox483"/>
          <p:cNvSpPr txBox="1"/>
          <p:nvPr/>
        </p:nvSpPr>
        <p:spPr>
          <a:xfrm>
            <a:off x="4517808" y="1065187"/>
            <a:ext cx="711860" cy="3351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6256" marR="0" indent="0" eaLnBrk="0">
              <a:lnSpc>
                <a:spcPct val="87500"/>
              </a:lnSpc>
            </a:pPr>
            <a:r>
              <a:rPr lang="en-US" altLang="zh-CN" sz="120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Customer</a:t>
            </a:r>
          </a:p>
          <a:p>
            <a:pPr marL="0" marR="0" indent="0" eaLnBrk="0">
              <a:lnSpc>
                <a:spcPct val="95833"/>
              </a:lnSpc>
            </a:pPr>
            <a:r>
              <a:rPr lang="en-US" altLang="zh-CN" sz="120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Satisfaction</a:t>
            </a:r>
          </a:p>
        </p:txBody>
      </p:sp>
      <p:sp>
        <p:nvSpPr>
          <p:cNvPr id="484" name="TextBox484"/>
          <p:cNvSpPr txBox="1"/>
          <p:nvPr/>
        </p:nvSpPr>
        <p:spPr>
          <a:xfrm>
            <a:off x="4511828" y="1295528"/>
            <a:ext cx="705596" cy="510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350" kern="0" spc="-15" baseline="0" noProof="0" dirty="0" smtClean="0">
                <a:solidFill>
                  <a:srgbClr val="A0D1FF"/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3.</a:t>
            </a:r>
            <a:r>
              <a:rPr lang="en-US" altLang="zh-CN" sz="3350" kern="0" spc="0" baseline="0" noProof="0" dirty="0" smtClean="0">
                <a:solidFill>
                  <a:srgbClr val="A0D1FF"/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19</a:t>
            </a:r>
          </a:p>
        </p:txBody>
      </p:sp>
      <p:sp>
        <p:nvSpPr>
          <p:cNvPr id="485" name="TextBox485"/>
          <p:cNvSpPr txBox="1"/>
          <p:nvPr/>
        </p:nvSpPr>
        <p:spPr>
          <a:xfrm>
            <a:off x="5713764" y="1915288"/>
            <a:ext cx="279578" cy="2422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0.3bn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0.2bn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0.1bn</a:t>
            </a: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7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0.0bn</a:t>
            </a:r>
          </a:p>
        </p:txBody>
      </p:sp>
      <p:sp>
        <p:nvSpPr>
          <p:cNvPr id="486" name="TextBox486"/>
          <p:cNvSpPr txBox="1"/>
          <p:nvPr/>
        </p:nvSpPr>
        <p:spPr>
          <a:xfrm>
            <a:off x="5739348" y="1084650"/>
            <a:ext cx="1844921" cy="386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289619" eaLnBrk="0">
              <a:lnSpc>
                <a:spcPct val="93981"/>
              </a:lnSpc>
            </a:pP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nc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350" kern="0" spc="-8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e_Ow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ner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</a:t>
            </a:r>
          </a:p>
        </p:txBody>
      </p:sp>
      <p:sp>
        <p:nvSpPr>
          <p:cNvPr id="487" name="TextBox487"/>
          <p:cNvSpPr txBox="1"/>
          <p:nvPr/>
        </p:nvSpPr>
        <p:spPr>
          <a:xfrm>
            <a:off x="7938990" y="2441200"/>
            <a:ext cx="813039" cy="4685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4557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ustomer_Job</a:t>
            </a:r>
          </a:p>
          <a:p>
            <a:pPr marL="0" marR="0" indent="0" eaLnBrk="0">
              <a:lnSpc>
                <a:spcPct val="1174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sinessman</a:t>
            </a:r>
          </a:p>
        </p:txBody>
      </p:sp>
      <p:sp>
        <p:nvSpPr>
          <p:cNvPr id="488" name="TextBox488"/>
          <p:cNvSpPr txBox="1"/>
          <p:nvPr/>
        </p:nvSpPr>
        <p:spPr>
          <a:xfrm>
            <a:off x="7413195" y="3031750"/>
            <a:ext cx="1784951" cy="2030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2579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hite-collar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2579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elfemployeed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2579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ovt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2579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lue-collar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2579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tir</a:t>
            </a: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25794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otal</a:t>
            </a:r>
          </a:p>
          <a:p>
            <a:pPr marL="0" marR="0" indent="0" eaLnBrk="0">
              <a:lnSpc>
                <a:spcPct val="120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227112" eaLnBrk="0">
              <a:lnSpc>
                <a:spcPct val="93981"/>
              </a:lnSpc>
            </a:pP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nc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eg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oup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ender</a:t>
            </a:r>
          </a:p>
        </p:txBody>
      </p:sp>
      <p:sp>
        <p:nvSpPr>
          <p:cNvPr id="489" name="TextBox489"/>
          <p:cNvSpPr txBox="1"/>
          <p:nvPr/>
        </p:nvSpPr>
        <p:spPr>
          <a:xfrm>
            <a:off x="8905330" y="2441200"/>
            <a:ext cx="3276161" cy="1447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revenue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Interest_Earned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Sum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</a:t>
            </a:r>
          </a:p>
        </p:txBody>
      </p:sp>
      <p:pic>
        <p:nvPicPr>
          <p:cNvPr id="490" name="FC563A7D-77E8-4433-40E9-7B9744C013ED"/>
          <p:cNvPicPr>
            <a:picLocks noChangeAspect="1"/>
          </p:cNvPicPr>
          <p:nvPr/>
        </p:nvPicPr>
        <p:blipFill>
          <a:blip r:embed="rId40" cstate="print">
            <a:extLst>
              <a:ext uri="{F0F1BA71-3627-48F3-5548-89F0E8E987A5}"/>
            </a:extLst>
          </a:blip>
          <a:srcRect/>
          <a:stretch>
            <a:fillRect/>
          </a:stretch>
        </p:blipFill>
        <p:spPr>
          <a:xfrm>
            <a:off x="8872286" y="2583336"/>
            <a:ext cx="95250" cy="95250"/>
          </a:xfrm>
          <a:prstGeom prst="rect">
            <a:avLst/>
          </a:prstGeom>
        </p:spPr>
      </p:pic>
      <p:sp>
        <p:nvSpPr>
          <p:cNvPr id="491" name="TextBox491"/>
          <p:cNvSpPr txBox="1"/>
          <p:nvPr/>
        </p:nvSpPr>
        <p:spPr>
          <a:xfrm>
            <a:off x="9234390" y="2765050"/>
            <a:ext cx="584226" cy="17258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61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7387832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6614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0114656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507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261758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507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111701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507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904279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507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535184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5315410</a:t>
            </a:r>
          </a:p>
        </p:txBody>
      </p:sp>
      <p:grpSp>
        <p:nvGrpSpPr>
          <p:cNvPr id="492" name="Combination 492"/>
          <p:cNvGrpSpPr/>
          <p:nvPr/>
        </p:nvGrpSpPr>
        <p:grpSpPr>
          <a:xfrm>
            <a:off x="9682582" y="4652559"/>
            <a:ext cx="2647950" cy="2352675"/>
            <a:chOff x="9682582" y="4652559"/>
            <a:chExt cx="2647950" cy="2352675"/>
          </a:xfrm>
        </p:grpSpPr>
        <p:sp>
          <p:nvSpPr>
            <p:cNvPr id="493" name="VectorPath 493"/>
            <p:cNvSpPr/>
            <p:nvPr/>
          </p:nvSpPr>
          <p:spPr>
            <a:xfrm>
              <a:off x="9687344" y="4657322"/>
              <a:ext cx="2638425" cy="2343150"/>
            </a:xfrm>
            <a:custGeom>
              <a:rect l="l" t="t" r="r" b="b"/>
              <a:pathLst>
                <a:path w="2638425" h="2343150">
                  <a:moveTo>
                    <a:pt x="2556825" y="290"/>
                  </a:moveTo>
                  <a:cubicBezTo>
                    <a:pt x="2559752" y="725"/>
                    <a:pt x="2562678" y="1159"/>
                    <a:pt x="2565587" y="1739"/>
                  </a:cubicBezTo>
                  <a:lnTo>
                    <a:pt x="2565703" y="1762"/>
                  </a:lnTo>
                  <a:cubicBezTo>
                    <a:pt x="2571492" y="2921"/>
                    <a:pt x="2577111" y="4629"/>
                    <a:pt x="2582561" y="6888"/>
                  </a:cubicBezTo>
                  <a:lnTo>
                    <a:pt x="2582671" y="6933"/>
                  </a:lnTo>
                  <a:cubicBezTo>
                    <a:pt x="2588127" y="9199"/>
                    <a:pt x="2593300" y="11971"/>
                    <a:pt x="2598210" y="15250"/>
                  </a:cubicBezTo>
                  <a:lnTo>
                    <a:pt x="2598310" y="15316"/>
                  </a:lnTo>
                  <a:cubicBezTo>
                    <a:pt x="2603215" y="18601"/>
                    <a:pt x="2607745" y="22330"/>
                    <a:pt x="2611917" y="26503"/>
                  </a:cubicBezTo>
                  <a:lnTo>
                    <a:pt x="2612001" y="26587"/>
                  </a:lnTo>
                  <a:cubicBezTo>
                    <a:pt x="2616177" y="30765"/>
                    <a:pt x="2619892" y="35308"/>
                    <a:pt x="2623176" y="40215"/>
                  </a:cubicBezTo>
                  <a:lnTo>
                    <a:pt x="2623241" y="40314"/>
                  </a:lnTo>
                  <a:cubicBezTo>
                    <a:pt x="2626509" y="45225"/>
                    <a:pt x="2629278" y="50407"/>
                    <a:pt x="2631539" y="55859"/>
                  </a:cubicBezTo>
                  <a:lnTo>
                    <a:pt x="2631584" y="55969"/>
                  </a:lnTo>
                  <a:cubicBezTo>
                    <a:pt x="2633838" y="61424"/>
                    <a:pt x="2635538" y="67046"/>
                    <a:pt x="2636682" y="72834"/>
                  </a:cubicBezTo>
                  <a:lnTo>
                    <a:pt x="2636705" y="72951"/>
                  </a:lnTo>
                  <a:cubicBezTo>
                    <a:pt x="2637845" y="78701"/>
                    <a:pt x="2638417" y="84507"/>
                    <a:pt x="2638425" y="90369"/>
                  </a:cubicBezTo>
                  <a:lnTo>
                    <a:pt x="2638425" y="2252782"/>
                  </a:lnTo>
                  <a:lnTo>
                    <a:pt x="2638134" y="2261549"/>
                  </a:lnTo>
                  <a:cubicBezTo>
                    <a:pt x="2637699" y="2264476"/>
                    <a:pt x="2637263" y="2267403"/>
                    <a:pt x="2636682" y="2270313"/>
                  </a:cubicBezTo>
                  <a:lnTo>
                    <a:pt x="2636659" y="2270429"/>
                  </a:lnTo>
                  <a:cubicBezTo>
                    <a:pt x="2635507" y="2276217"/>
                    <a:pt x="2633800" y="2281836"/>
                    <a:pt x="2631539" y="2287286"/>
                  </a:cubicBezTo>
                  <a:lnTo>
                    <a:pt x="2631493" y="2287396"/>
                  </a:lnTo>
                  <a:cubicBezTo>
                    <a:pt x="2629225" y="2292851"/>
                    <a:pt x="2626450" y="2298025"/>
                    <a:pt x="2623176" y="2302936"/>
                  </a:cubicBezTo>
                  <a:lnTo>
                    <a:pt x="2623109" y="2303034"/>
                  </a:lnTo>
                  <a:cubicBezTo>
                    <a:pt x="2619821" y="2307940"/>
                    <a:pt x="2616099" y="2312469"/>
                    <a:pt x="2611917" y="2316642"/>
                  </a:cubicBezTo>
                  <a:lnTo>
                    <a:pt x="2611833" y="2316726"/>
                  </a:lnTo>
                  <a:cubicBezTo>
                    <a:pt x="2607656" y="2320902"/>
                    <a:pt x="2603121" y="2324618"/>
                    <a:pt x="2598210" y="2327901"/>
                  </a:cubicBezTo>
                  <a:lnTo>
                    <a:pt x="2598112" y="2327967"/>
                  </a:lnTo>
                  <a:cubicBezTo>
                    <a:pt x="2593198" y="2331233"/>
                    <a:pt x="2588020" y="2334002"/>
                    <a:pt x="2582561" y="2336264"/>
                  </a:cubicBezTo>
                  <a:lnTo>
                    <a:pt x="2582451" y="2336309"/>
                  </a:lnTo>
                  <a:cubicBezTo>
                    <a:pt x="2576999" y="2338563"/>
                    <a:pt x="2571377" y="2340262"/>
                    <a:pt x="2565587" y="2341407"/>
                  </a:cubicBezTo>
                  <a:lnTo>
                    <a:pt x="2565471" y="2341430"/>
                  </a:lnTo>
                  <a:cubicBezTo>
                    <a:pt x="2559728" y="2342569"/>
                    <a:pt x="2553920" y="2343142"/>
                    <a:pt x="2548056" y="2343150"/>
                  </a:cubicBezTo>
                  <a:lnTo>
                    <a:pt x="90369" y="2343150"/>
                  </a:lnTo>
                  <a:lnTo>
                    <a:pt x="81604" y="2342860"/>
                  </a:lnTo>
                  <a:cubicBezTo>
                    <a:pt x="78676" y="2342424"/>
                    <a:pt x="75748" y="2341988"/>
                    <a:pt x="72834" y="2341407"/>
                  </a:cubicBezTo>
                  <a:lnTo>
                    <a:pt x="72718" y="2341384"/>
                  </a:lnTo>
                  <a:cubicBezTo>
                    <a:pt x="66932" y="2340232"/>
                    <a:pt x="61312" y="2338525"/>
                    <a:pt x="55859" y="2336264"/>
                  </a:cubicBezTo>
                  <a:lnTo>
                    <a:pt x="55749" y="2336218"/>
                  </a:lnTo>
                  <a:cubicBezTo>
                    <a:pt x="50301" y="2333949"/>
                    <a:pt x="45123" y="2331174"/>
                    <a:pt x="40215" y="2327901"/>
                  </a:cubicBezTo>
                  <a:lnTo>
                    <a:pt x="40116" y="2327834"/>
                  </a:lnTo>
                  <a:cubicBezTo>
                    <a:pt x="35214" y="2324546"/>
                    <a:pt x="30676" y="2320824"/>
                    <a:pt x="26503" y="2316642"/>
                  </a:cubicBezTo>
                  <a:lnTo>
                    <a:pt x="26419" y="2316558"/>
                  </a:lnTo>
                  <a:cubicBezTo>
                    <a:pt x="22252" y="2312381"/>
                    <a:pt x="18529" y="2307846"/>
                    <a:pt x="15249" y="2302936"/>
                  </a:cubicBezTo>
                  <a:lnTo>
                    <a:pt x="15184" y="2302837"/>
                  </a:lnTo>
                  <a:cubicBezTo>
                    <a:pt x="11912" y="2297922"/>
                    <a:pt x="9147" y="2292745"/>
                    <a:pt x="6888" y="2287286"/>
                  </a:cubicBezTo>
                  <a:lnTo>
                    <a:pt x="6842" y="2287176"/>
                  </a:lnTo>
                  <a:cubicBezTo>
                    <a:pt x="4591" y="2281724"/>
                    <a:pt x="2890" y="2276103"/>
                    <a:pt x="1739" y="2270313"/>
                  </a:cubicBezTo>
                  <a:lnTo>
                    <a:pt x="1715" y="2270196"/>
                  </a:lnTo>
                  <a:cubicBezTo>
                    <a:pt x="580" y="2264453"/>
                    <a:pt x="8" y="2258645"/>
                    <a:pt x="0" y="2252782"/>
                  </a:cubicBezTo>
                  <a:lnTo>
                    <a:pt x="0" y="90369"/>
                  </a:lnTo>
                  <a:lnTo>
                    <a:pt x="290" y="81604"/>
                  </a:lnTo>
                  <a:cubicBezTo>
                    <a:pt x="725" y="78676"/>
                    <a:pt x="1159" y="75748"/>
                    <a:pt x="1739" y="72834"/>
                  </a:cubicBezTo>
                  <a:lnTo>
                    <a:pt x="1762" y="72718"/>
                  </a:lnTo>
                  <a:cubicBezTo>
                    <a:pt x="2921" y="66932"/>
                    <a:pt x="4629" y="61312"/>
                    <a:pt x="6888" y="55859"/>
                  </a:cubicBezTo>
                  <a:lnTo>
                    <a:pt x="6934" y="55750"/>
                  </a:lnTo>
                  <a:cubicBezTo>
                    <a:pt x="9199" y="50301"/>
                    <a:pt x="11971" y="45123"/>
                    <a:pt x="15249" y="40215"/>
                  </a:cubicBezTo>
                  <a:lnTo>
                    <a:pt x="15316" y="40116"/>
                  </a:lnTo>
                  <a:cubicBezTo>
                    <a:pt x="18601" y="35214"/>
                    <a:pt x="22330" y="30676"/>
                    <a:pt x="26503" y="26503"/>
                  </a:cubicBezTo>
                  <a:lnTo>
                    <a:pt x="26588" y="26419"/>
                  </a:lnTo>
                  <a:cubicBezTo>
                    <a:pt x="30766" y="22252"/>
                    <a:pt x="35308" y="18529"/>
                    <a:pt x="40215" y="15250"/>
                  </a:cubicBezTo>
                  <a:lnTo>
                    <a:pt x="40314" y="15184"/>
                  </a:lnTo>
                  <a:cubicBezTo>
                    <a:pt x="45225" y="11912"/>
                    <a:pt x="50407" y="9147"/>
                    <a:pt x="55859" y="6888"/>
                  </a:cubicBezTo>
                  <a:lnTo>
                    <a:pt x="55969" y="6842"/>
                  </a:lnTo>
                  <a:cubicBezTo>
                    <a:pt x="61424" y="4591"/>
                    <a:pt x="67046" y="2890"/>
                    <a:pt x="72834" y="1739"/>
                  </a:cubicBezTo>
                  <a:lnTo>
                    <a:pt x="72951" y="1715"/>
                  </a:lnTo>
                  <a:cubicBezTo>
                    <a:pt x="78701" y="580"/>
                    <a:pt x="84507" y="8"/>
                    <a:pt x="90369" y="0"/>
                  </a:cubicBezTo>
                  <a:lnTo>
                    <a:pt x="2548056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94" name="VectorPath 494"/>
            <p:cNvSpPr/>
            <p:nvPr/>
          </p:nvSpPr>
          <p:spPr>
            <a:xfrm>
              <a:off x="9682582" y="4652559"/>
              <a:ext cx="2647950" cy="2352675"/>
            </a:xfrm>
            <a:custGeom>
              <a:rect l="l" t="t" r="r" b="b"/>
              <a:pathLst>
                <a:path w="2647950" h="2352675">
                  <a:moveTo>
                    <a:pt x="4763" y="2257425"/>
                  </a:moveTo>
                  <a:lnTo>
                    <a:pt x="4763" y="95250"/>
                  </a:lnTo>
                  <a:cubicBezTo>
                    <a:pt x="4763" y="89309"/>
                    <a:pt x="5342" y="83424"/>
                    <a:pt x="6501" y="77597"/>
                  </a:cubicBezTo>
                  <a:cubicBezTo>
                    <a:pt x="7660" y="71769"/>
                    <a:pt x="9377" y="66111"/>
                    <a:pt x="11650" y="60622"/>
                  </a:cubicBezTo>
                  <a:cubicBezTo>
                    <a:pt x="13924" y="55133"/>
                    <a:pt x="16711" y="49918"/>
                    <a:pt x="20013" y="44978"/>
                  </a:cubicBezTo>
                  <a:cubicBezTo>
                    <a:pt x="23313" y="40038"/>
                    <a:pt x="27064" y="35467"/>
                    <a:pt x="31266" y="31266"/>
                  </a:cubicBezTo>
                  <a:cubicBezTo>
                    <a:pt x="35467" y="27064"/>
                    <a:pt x="40038" y="23313"/>
                    <a:pt x="44978" y="20012"/>
                  </a:cubicBezTo>
                  <a:cubicBezTo>
                    <a:pt x="49918" y="16712"/>
                    <a:pt x="55133" y="13924"/>
                    <a:pt x="60622" y="11650"/>
                  </a:cubicBezTo>
                  <a:cubicBezTo>
                    <a:pt x="66111" y="9377"/>
                    <a:pt x="71769" y="7660"/>
                    <a:pt x="77597" y="6501"/>
                  </a:cubicBezTo>
                  <a:cubicBezTo>
                    <a:pt x="83424" y="5342"/>
                    <a:pt x="89309" y="4763"/>
                    <a:pt x="95250" y="4763"/>
                  </a:cubicBezTo>
                  <a:lnTo>
                    <a:pt x="2552700" y="4763"/>
                  </a:lnTo>
                  <a:cubicBezTo>
                    <a:pt x="2558643" y="4763"/>
                    <a:pt x="2564531" y="5342"/>
                    <a:pt x="2570349" y="6501"/>
                  </a:cubicBezTo>
                  <a:cubicBezTo>
                    <a:pt x="2576179" y="7660"/>
                    <a:pt x="2581837" y="9377"/>
                    <a:pt x="2587324" y="11650"/>
                  </a:cubicBezTo>
                  <a:cubicBezTo>
                    <a:pt x="2592819" y="13924"/>
                    <a:pt x="2598030" y="16712"/>
                    <a:pt x="2602973" y="20012"/>
                  </a:cubicBezTo>
                  <a:cubicBezTo>
                    <a:pt x="2607916" y="23313"/>
                    <a:pt x="2612479" y="27064"/>
                    <a:pt x="2616680" y="31266"/>
                  </a:cubicBezTo>
                  <a:cubicBezTo>
                    <a:pt x="2620890" y="35467"/>
                    <a:pt x="2624633" y="40038"/>
                    <a:pt x="2627938" y="44978"/>
                  </a:cubicBezTo>
                  <a:cubicBezTo>
                    <a:pt x="2631234" y="49918"/>
                    <a:pt x="2634025" y="55133"/>
                    <a:pt x="2636301" y="60622"/>
                  </a:cubicBezTo>
                  <a:cubicBezTo>
                    <a:pt x="2638578" y="66111"/>
                    <a:pt x="2640292" y="71769"/>
                    <a:pt x="2641444" y="77597"/>
                  </a:cubicBezTo>
                  <a:cubicBezTo>
                    <a:pt x="2642607" y="83424"/>
                    <a:pt x="2643188" y="89309"/>
                    <a:pt x="2643188" y="95250"/>
                  </a:cubicBezTo>
                  <a:lnTo>
                    <a:pt x="2643188" y="2257425"/>
                  </a:lnTo>
                  <a:cubicBezTo>
                    <a:pt x="2643188" y="2263369"/>
                    <a:pt x="2642607" y="2269255"/>
                    <a:pt x="2641444" y="2275075"/>
                  </a:cubicBezTo>
                  <a:cubicBezTo>
                    <a:pt x="2640292" y="2280904"/>
                    <a:pt x="2638578" y="2286562"/>
                    <a:pt x="2636301" y="2292049"/>
                  </a:cubicBezTo>
                  <a:cubicBezTo>
                    <a:pt x="2634025" y="2297544"/>
                    <a:pt x="2631234" y="2302755"/>
                    <a:pt x="2627938" y="2307698"/>
                  </a:cubicBezTo>
                  <a:cubicBezTo>
                    <a:pt x="2624633" y="2312642"/>
                    <a:pt x="2620890" y="2317204"/>
                    <a:pt x="2616680" y="2321405"/>
                  </a:cubicBezTo>
                  <a:cubicBezTo>
                    <a:pt x="2612479" y="2325615"/>
                    <a:pt x="2607916" y="2329358"/>
                    <a:pt x="2602973" y="2332663"/>
                  </a:cubicBezTo>
                  <a:cubicBezTo>
                    <a:pt x="2598030" y="2335959"/>
                    <a:pt x="2592819" y="2338750"/>
                    <a:pt x="2587324" y="2341026"/>
                  </a:cubicBezTo>
                  <a:cubicBezTo>
                    <a:pt x="2581837" y="2343303"/>
                    <a:pt x="2576179" y="2345017"/>
                    <a:pt x="2570349" y="2346170"/>
                  </a:cubicBezTo>
                  <a:cubicBezTo>
                    <a:pt x="2564531" y="2347332"/>
                    <a:pt x="2558643" y="2347913"/>
                    <a:pt x="2552700" y="2347913"/>
                  </a:cubicBezTo>
                  <a:lnTo>
                    <a:pt x="95250" y="2347913"/>
                  </a:lnTo>
                  <a:cubicBezTo>
                    <a:pt x="89309" y="2347913"/>
                    <a:pt x="83424" y="2347332"/>
                    <a:pt x="77597" y="2346170"/>
                  </a:cubicBezTo>
                  <a:cubicBezTo>
                    <a:pt x="71769" y="2345017"/>
                    <a:pt x="66111" y="2343303"/>
                    <a:pt x="60622" y="2341026"/>
                  </a:cubicBezTo>
                  <a:cubicBezTo>
                    <a:pt x="55133" y="2338750"/>
                    <a:pt x="49918" y="2335959"/>
                    <a:pt x="44978" y="2332663"/>
                  </a:cubicBezTo>
                  <a:cubicBezTo>
                    <a:pt x="40038" y="2329358"/>
                    <a:pt x="35467" y="2325615"/>
                    <a:pt x="31266" y="2321405"/>
                  </a:cubicBezTo>
                  <a:cubicBezTo>
                    <a:pt x="27064" y="2317204"/>
                    <a:pt x="23313" y="2312642"/>
                    <a:pt x="20013" y="2307698"/>
                  </a:cubicBezTo>
                  <a:cubicBezTo>
                    <a:pt x="16711" y="2302755"/>
                    <a:pt x="13924" y="2297544"/>
                    <a:pt x="11650" y="2292049"/>
                  </a:cubicBezTo>
                  <a:cubicBezTo>
                    <a:pt x="9377" y="2286562"/>
                    <a:pt x="7660" y="2280904"/>
                    <a:pt x="6501" y="2275075"/>
                  </a:cubicBezTo>
                  <a:cubicBezTo>
                    <a:pt x="5342" y="2269255"/>
                    <a:pt x="4763" y="2263369"/>
                    <a:pt x="4763" y="2257425"/>
                  </a:cubicBezTo>
                </a:path>
              </a:pathLst>
            </a:custGeom>
            <a:ln w="9525" cap="flat" cmpd="sng">
              <a:solidFill>
                <a:srgbClr val="000000">
                  <a:alpha val="100000"/>
                </a:srgbClr>
              </a:solidFill>
              <a:miter lim="400000"/>
            </a:ln>
          </p:spPr>
        </p:sp>
      </p:grpSp>
      <p:pic>
        <p:nvPicPr>
          <p:cNvPr id="495" name="4D0B3580-8AED-437F-53BA-2719E5402F28"/>
          <p:cNvPicPr>
            <a:picLocks noChangeAspect="1"/>
          </p:cNvPicPr>
          <p:nvPr/>
        </p:nvPicPr>
        <p:blipFill>
          <a:blip r:embed="rId41" cstate="print">
            <a:extLst>
              <a:ext uri="{E83BCFA3-DD03-44CA-99C6-2B2AE901D0F3}"/>
            </a:extLst>
          </a:blip>
          <a:srcRect/>
          <a:stretch>
            <a:fillRect/>
          </a:stretch>
        </p:blipFill>
        <p:spPr>
          <a:xfrm>
            <a:off x="9819746" y="4726333"/>
            <a:ext cx="2409825" cy="304800"/>
          </a:xfrm>
          <a:prstGeom prst="rect">
            <a:avLst/>
          </a:prstGeom>
        </p:spPr>
      </p:pic>
      <p:grpSp>
        <p:nvGrpSpPr>
          <p:cNvPr id="496" name="Combination 496"/>
          <p:cNvGrpSpPr/>
          <p:nvPr/>
        </p:nvGrpSpPr>
        <p:grpSpPr>
          <a:xfrm>
            <a:off x="10387432" y="5353047"/>
            <a:ext cx="1628185" cy="1152025"/>
            <a:chOff x="10387432" y="5353047"/>
            <a:chExt cx="1628185" cy="1152025"/>
          </a:xfrm>
        </p:grpSpPr>
        <p:sp>
          <p:nvSpPr>
            <p:cNvPr id="497" name="VectorPath 497"/>
            <p:cNvSpPr/>
            <p:nvPr/>
          </p:nvSpPr>
          <p:spPr>
            <a:xfrm>
              <a:off x="10387432" y="5353047"/>
              <a:ext cx="730784" cy="316587"/>
            </a:xfrm>
            <a:custGeom>
              <a:rect l="l" t="t" r="r" b="b"/>
              <a:pathLst>
                <a:path w="730784" h="316587">
                  <a:moveTo>
                    <a:pt x="0" y="0"/>
                  </a:moveTo>
                  <a:lnTo>
                    <a:pt x="730784" y="0"/>
                  </a:lnTo>
                  <a:lnTo>
                    <a:pt x="730784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98" name="VectorPath 498"/>
            <p:cNvSpPr/>
            <p:nvPr/>
          </p:nvSpPr>
          <p:spPr>
            <a:xfrm>
              <a:off x="10387432" y="5770766"/>
              <a:ext cx="629066" cy="316587"/>
            </a:xfrm>
            <a:custGeom>
              <a:rect l="l" t="t" r="r" b="b"/>
              <a:pathLst>
                <a:path w="629066" h="316587">
                  <a:moveTo>
                    <a:pt x="0" y="0"/>
                  </a:moveTo>
                  <a:lnTo>
                    <a:pt x="629066" y="0"/>
                  </a:lnTo>
                  <a:lnTo>
                    <a:pt x="629066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499" name="VectorPath 499"/>
            <p:cNvSpPr/>
            <p:nvPr/>
          </p:nvSpPr>
          <p:spPr>
            <a:xfrm>
              <a:off x="10387432" y="6188485"/>
              <a:ext cx="101006" cy="316587"/>
            </a:xfrm>
            <a:custGeom>
              <a:rect l="l" t="t" r="r" b="b"/>
              <a:pathLst>
                <a:path w="101006" h="316587">
                  <a:moveTo>
                    <a:pt x="0" y="0"/>
                  </a:moveTo>
                  <a:lnTo>
                    <a:pt x="101006" y="0"/>
                  </a:lnTo>
                  <a:lnTo>
                    <a:pt x="101006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18DFF">
                <a:alpha val="95000"/>
              </a:srgbClr>
            </a:solidFill>
          </p:spPr>
        </p:sp>
        <p:sp>
          <p:nvSpPr>
            <p:cNvPr id="500" name="VectorPath 500"/>
            <p:cNvSpPr/>
            <p:nvPr/>
          </p:nvSpPr>
          <p:spPr>
            <a:xfrm>
              <a:off x="11118216" y="5353047"/>
              <a:ext cx="897401" cy="316587"/>
            </a:xfrm>
            <a:custGeom>
              <a:rect l="l" t="t" r="r" b="b"/>
              <a:pathLst>
                <a:path w="897401" h="316587">
                  <a:moveTo>
                    <a:pt x="0" y="0"/>
                  </a:moveTo>
                  <a:lnTo>
                    <a:pt x="897401" y="0"/>
                  </a:lnTo>
                  <a:lnTo>
                    <a:pt x="897401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501" name="VectorPath 501"/>
            <p:cNvSpPr/>
            <p:nvPr/>
          </p:nvSpPr>
          <p:spPr>
            <a:xfrm>
              <a:off x="11016498" y="5770766"/>
              <a:ext cx="725155" cy="316587"/>
            </a:xfrm>
            <a:custGeom>
              <a:rect l="l" t="t" r="r" b="b"/>
              <a:pathLst>
                <a:path w="725155" h="316587">
                  <a:moveTo>
                    <a:pt x="0" y="0"/>
                  </a:moveTo>
                  <a:lnTo>
                    <a:pt x="725155" y="0"/>
                  </a:lnTo>
                  <a:lnTo>
                    <a:pt x="725155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  <p:sp>
          <p:nvSpPr>
            <p:cNvPr id="502" name="VectorPath 502"/>
            <p:cNvSpPr/>
            <p:nvPr/>
          </p:nvSpPr>
          <p:spPr>
            <a:xfrm>
              <a:off x="10488438" y="6188485"/>
              <a:ext cx="136820" cy="316587"/>
            </a:xfrm>
            <a:custGeom>
              <a:rect l="l" t="t" r="r" b="b"/>
              <a:pathLst>
                <a:path w="136820" h="316587">
                  <a:moveTo>
                    <a:pt x="0" y="0"/>
                  </a:moveTo>
                  <a:lnTo>
                    <a:pt x="136820" y="0"/>
                  </a:lnTo>
                  <a:lnTo>
                    <a:pt x="136820" y="316587"/>
                  </a:lnTo>
                  <a:lnTo>
                    <a:pt x="0" y="316587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95000"/>
              </a:srgbClr>
            </a:solidFill>
          </p:spPr>
        </p:sp>
      </p:grpSp>
      <p:sp>
        <p:nvSpPr>
          <p:cNvPr id="503" name="TextBox503"/>
          <p:cNvSpPr txBox="1"/>
          <p:nvPr/>
        </p:nvSpPr>
        <p:spPr>
          <a:xfrm>
            <a:off x="9818462" y="4675329"/>
            <a:ext cx="2398081" cy="386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792063" marR="0" indent="-792063" eaLnBrk="0">
              <a:lnSpc>
                <a:spcPct val="93981"/>
              </a:lnSpc>
            </a:pP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evenue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ri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</a:t>
            </a:r>
            <a:r>
              <a:rPr lang="en-US" altLang="zh-CN" sz="135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_S</a:t>
            </a:r>
            <a:r>
              <a:rPr lang="en-US" altLang="zh-CN" sz="1350" kern="0" spc="-4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tatu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75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350" kern="0" spc="-50" baseline="0" noProof="0" dirty="0" smtClean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ender</a:t>
            </a:r>
          </a:p>
        </p:txBody>
      </p:sp>
      <p:sp>
        <p:nvSpPr>
          <p:cNvPr id="504" name="TextBox504"/>
          <p:cNvSpPr txBox="1"/>
          <p:nvPr/>
        </p:nvSpPr>
        <p:spPr>
          <a:xfrm>
            <a:off x="10458648" y="2765050"/>
            <a:ext cx="760499" cy="17258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1913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,39,390.31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1913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,41,073.93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1913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,19,741.81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1913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,60,016.37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30378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9,52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,800.57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30378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6,30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,359.24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8,43,382.23</a:t>
            </a:r>
          </a:p>
        </p:txBody>
      </p:sp>
      <p:sp>
        <p:nvSpPr>
          <p:cNvPr id="505" name="TextBox505"/>
          <p:cNvSpPr txBox="1"/>
          <p:nvPr/>
        </p:nvSpPr>
        <p:spPr>
          <a:xfrm>
            <a:off x="11544650" y="2765050"/>
            <a:ext cx="657363" cy="17258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1377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86959919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1377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03930055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9681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5313288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9681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8773989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9681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2262158</a:t>
            </a:r>
          </a:p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9681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50" kern="0" spc="0" baseline="0" noProof="0" dirty="0" smtClean="0">
                <a:solidFill>
                  <a:srgbClr val="25242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8675030</a:t>
            </a:r>
          </a:p>
          <a:p>
            <a:pPr marL="0" marR="0" indent="0" eaLnBrk="0">
              <a:lnSpc>
                <a:spcPct val="6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75914439</a:t>
            </a:r>
          </a:p>
        </p:txBody>
      </p:sp>
      <p:sp>
        <p:nvSpPr>
          <p:cNvPr id="506" name="TextBox506"/>
          <p:cNvSpPr txBox="1"/>
          <p:nvPr/>
        </p:nvSpPr>
        <p:spPr>
          <a:xfrm>
            <a:off x="6567734" y="4311879"/>
            <a:ext cx="566148" cy="13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1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900" kern="0" spc="187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900" kern="0" spc="-50" baseline="0" noProof="0" dirty="0" smtClean="0">
                <a:solidFill>
                  <a:srgbClr val="605E5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507" name="VectorPath 507"/>
          <p:cNvSpPr/>
          <p:nvPr/>
        </p:nvSpPr>
        <p:spPr>
          <a:xfrm>
            <a:off x="7834214" y="1061881"/>
            <a:ext cx="2362200" cy="561975"/>
          </a:xfrm>
          <a:custGeom>
            <a:rect l="l" t="t" r="r" b="b"/>
            <a:pathLst>
              <a:path w="2362200" h="561975">
                <a:moveTo>
                  <a:pt x="0" y="0"/>
                </a:moveTo>
                <a:lnTo>
                  <a:pt x="2362200" y="0"/>
                </a:lnTo>
                <a:lnTo>
                  <a:pt x="2362200" y="561975"/>
                </a:lnTo>
                <a:lnTo>
                  <a:pt x="0" y="56197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08" name="0F085551-8032-47A8-A923-A75B12CC4C9E"/>
          <p:cNvPicPr>
            <a:picLocks noChangeAspect="1"/>
          </p:cNvPicPr>
          <p:nvPr/>
        </p:nvPicPr>
        <p:blipFill>
          <a:blip r:embed="rId42" cstate="print">
            <a:extLst>
              <a:ext uri="{B939E82C-0D1F-4454-D195-97076FF41839}"/>
            </a:extLst>
          </a:blip>
          <a:srcRect/>
          <a:stretch>
            <a:fillRect/>
          </a:stretch>
        </p:blipFill>
        <p:spPr>
          <a:xfrm>
            <a:off x="7881824" y="1109506"/>
            <a:ext cx="2276475" cy="476250"/>
          </a:xfrm>
          <a:prstGeom prst="rect">
            <a:avLst/>
          </a:prstGeom>
        </p:spPr>
      </p:pic>
      <p:grpSp>
        <p:nvGrpSpPr>
          <p:cNvPr id="509" name="Combination 509"/>
          <p:cNvGrpSpPr/>
          <p:nvPr/>
        </p:nvGrpSpPr>
        <p:grpSpPr>
          <a:xfrm>
            <a:off x="7881824" y="1109506"/>
            <a:ext cx="1520424" cy="466725"/>
            <a:chOff x="7881824" y="1109506"/>
            <a:chExt cx="1520424" cy="466725"/>
          </a:xfrm>
        </p:grpSpPr>
        <p:sp>
          <p:nvSpPr>
            <p:cNvPr id="510" name="VectorPath 510"/>
            <p:cNvSpPr/>
            <p:nvPr/>
          </p:nvSpPr>
          <p:spPr>
            <a:xfrm>
              <a:off x="7881824" y="1109506"/>
              <a:ext cx="758048" cy="465321"/>
            </a:xfrm>
            <a:custGeom>
              <a:rect l="l" t="t" r="r" b="b"/>
              <a:pathLst>
                <a:path w="758048" h="465321">
                  <a:moveTo>
                    <a:pt x="0" y="0"/>
                  </a:moveTo>
                  <a:lnTo>
                    <a:pt x="758048" y="0"/>
                  </a:lnTo>
                  <a:lnTo>
                    <a:pt x="758048" y="465321"/>
                  </a:lnTo>
                  <a:lnTo>
                    <a:pt x="0" y="465321"/>
                  </a:lnTo>
                  <a:lnTo>
                    <a:pt x="0" y="0"/>
                  </a:lnTo>
                </a:path>
              </a:pathLst>
            </a:custGeom>
            <a:solidFill>
              <a:srgbClr val="094780">
                <a:alpha val="100000"/>
              </a:srgbClr>
            </a:solidFill>
          </p:spPr>
        </p:sp>
        <p:sp>
          <p:nvSpPr>
            <p:cNvPr id="511" name="VectorPath 511"/>
            <p:cNvSpPr/>
            <p:nvPr/>
          </p:nvSpPr>
          <p:spPr>
            <a:xfrm>
              <a:off x="7881824" y="1109506"/>
              <a:ext cx="765192" cy="466725"/>
            </a:xfrm>
            <a:custGeom>
              <a:rect l="l" t="t" r="r" b="b"/>
              <a:pathLst>
                <a:path w="765192" h="466725">
                  <a:moveTo>
                    <a:pt x="0" y="0"/>
                  </a:moveTo>
                  <a:lnTo>
                    <a:pt x="758048" y="0"/>
                  </a:lnTo>
                  <a:lnTo>
                    <a:pt x="758048" y="465321"/>
                  </a:lnTo>
                  <a:lnTo>
                    <a:pt x="0" y="465321"/>
                  </a:lnTo>
                  <a:lnTo>
                    <a:pt x="0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12" name="VectorPath 512"/>
            <p:cNvSpPr/>
            <p:nvPr/>
          </p:nvSpPr>
          <p:spPr>
            <a:xfrm>
              <a:off x="8639872" y="1109506"/>
              <a:ext cx="755232" cy="465321"/>
            </a:xfrm>
            <a:custGeom>
              <a:rect l="l" t="t" r="r" b="b"/>
              <a:pathLst>
                <a:path w="755232" h="465321">
                  <a:moveTo>
                    <a:pt x="0" y="0"/>
                  </a:moveTo>
                  <a:lnTo>
                    <a:pt x="755232" y="0"/>
                  </a:lnTo>
                  <a:lnTo>
                    <a:pt x="755232" y="465321"/>
                  </a:lnTo>
                  <a:lnTo>
                    <a:pt x="0" y="465321"/>
                  </a:lnTo>
                  <a:lnTo>
                    <a:pt x="0" y="0"/>
                  </a:lnTo>
                </a:path>
              </a:pathLst>
            </a:custGeom>
            <a:solidFill>
              <a:srgbClr val="0D6ABF">
                <a:alpha val="100000"/>
              </a:srgbClr>
            </a:solidFill>
          </p:spPr>
        </p:sp>
        <p:sp>
          <p:nvSpPr>
            <p:cNvPr id="513" name="VectorPath 513"/>
            <p:cNvSpPr/>
            <p:nvPr/>
          </p:nvSpPr>
          <p:spPr>
            <a:xfrm>
              <a:off x="8632728" y="1109506"/>
              <a:ext cx="769520" cy="466725"/>
            </a:xfrm>
            <a:custGeom>
              <a:rect l="l" t="t" r="r" b="b"/>
              <a:pathLst>
                <a:path w="769520" h="466725">
                  <a:moveTo>
                    <a:pt x="7144" y="0"/>
                  </a:moveTo>
                  <a:lnTo>
                    <a:pt x="762376" y="0"/>
                  </a:lnTo>
                  <a:lnTo>
                    <a:pt x="762376" y="465321"/>
                  </a:lnTo>
                  <a:lnTo>
                    <a:pt x="7144" y="465321"/>
                  </a:lnTo>
                  <a:lnTo>
                    <a:pt x="7144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</p:grpSp>
      <p:pic>
        <p:nvPicPr>
          <p:cNvPr id="514" name="0A5FC9D7-C457-446F-3087-D95038D7A25E"/>
          <p:cNvPicPr>
            <a:picLocks noChangeAspect="1"/>
          </p:cNvPicPr>
          <p:nvPr/>
        </p:nvPicPr>
        <p:blipFill>
          <a:blip r:embed="rId43" cstate="print">
            <a:extLst>
              <a:ext uri="{7EA620DF-EA5F-4308-7C03-59564D05EE7D}"/>
            </a:extLst>
          </a:blip>
          <a:srcRect/>
          <a:stretch>
            <a:fillRect/>
          </a:stretch>
        </p:blipFill>
        <p:spPr>
          <a:xfrm>
            <a:off x="9395108" y="1109506"/>
            <a:ext cx="762000" cy="476250"/>
          </a:xfrm>
          <a:prstGeom prst="rect">
            <a:avLst/>
          </a:prstGeom>
        </p:spPr>
      </p:pic>
      <p:sp>
        <p:nvSpPr>
          <p:cNvPr id="515" name="TextBox515"/>
          <p:cNvSpPr txBox="1"/>
          <p:nvPr/>
        </p:nvSpPr>
        <p:spPr>
          <a:xfrm>
            <a:off x="7929449" y="1160437"/>
            <a:ext cx="394655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5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2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wipe</a:t>
            </a:r>
          </a:p>
        </p:txBody>
      </p:sp>
      <p:sp>
        <p:nvSpPr>
          <p:cNvPr id="516" name="TextBox516"/>
          <p:cNvSpPr txBox="1"/>
          <p:nvPr/>
        </p:nvSpPr>
        <p:spPr>
          <a:xfrm>
            <a:off x="8687430" y="1160437"/>
            <a:ext cx="440284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Online</a:t>
            </a:r>
          </a:p>
        </p:txBody>
      </p:sp>
      <p:pic>
        <p:nvPicPr>
          <p:cNvPr id="517" name="79716D1F-A64A-48F6-01BD-5C60B465FA2F"/>
          <p:cNvPicPr>
            <a:picLocks noChangeAspect="1"/>
          </p:cNvPicPr>
          <p:nvPr/>
        </p:nvPicPr>
        <p:blipFill>
          <a:blip r:embed="rId44" cstate="print">
            <a:extLst>
              <a:ext uri="{C53E8CD3-956B-4007-B943-78D556E2EACA}"/>
            </a:extLst>
          </a:blip>
          <a:srcRect/>
          <a:stretch>
            <a:fillRect/>
          </a:stretch>
        </p:blipFill>
        <p:spPr>
          <a:xfrm>
            <a:off x="9387964" y="1109506"/>
            <a:ext cx="771525" cy="476250"/>
          </a:xfrm>
          <a:prstGeom prst="rect">
            <a:avLst/>
          </a:prstGeom>
        </p:spPr>
      </p:pic>
      <p:sp>
        <p:nvSpPr>
          <p:cNvPr id="518" name="TextBox518"/>
          <p:cNvSpPr txBox="1"/>
          <p:nvPr/>
        </p:nvSpPr>
        <p:spPr>
          <a:xfrm>
            <a:off x="9442580" y="1160437"/>
            <a:ext cx="306781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Chip</a:t>
            </a:r>
          </a:p>
        </p:txBody>
      </p:sp>
      <p:grpSp>
        <p:nvGrpSpPr>
          <p:cNvPr id="519" name="Combination 519"/>
          <p:cNvGrpSpPr/>
          <p:nvPr/>
        </p:nvGrpSpPr>
        <p:grpSpPr>
          <a:xfrm>
            <a:off x="7834214" y="1713357"/>
            <a:ext cx="2047875" cy="552450"/>
            <a:chOff x="7834214" y="1713357"/>
            <a:chExt cx="2047875" cy="552450"/>
          </a:xfrm>
        </p:grpSpPr>
        <p:sp>
          <p:nvSpPr>
            <p:cNvPr id="520" name="VectorPath 520"/>
            <p:cNvSpPr/>
            <p:nvPr/>
          </p:nvSpPr>
          <p:spPr>
            <a:xfrm>
              <a:off x="7834214" y="1713357"/>
              <a:ext cx="2047875" cy="552450"/>
            </a:xfrm>
            <a:custGeom>
              <a:rect l="l" t="t" r="r" b="b"/>
              <a:pathLst>
                <a:path w="2047875" h="552450">
                  <a:moveTo>
                    <a:pt x="0" y="0"/>
                  </a:moveTo>
                  <a:lnTo>
                    <a:pt x="2047875" y="0"/>
                  </a:lnTo>
                  <a:lnTo>
                    <a:pt x="2047875" y="552450"/>
                  </a:lnTo>
                  <a:lnTo>
                    <a:pt x="0" y="55245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521" name="VectorPath 521"/>
            <p:cNvSpPr/>
            <p:nvPr/>
          </p:nvSpPr>
          <p:spPr>
            <a:xfrm>
              <a:off x="7881824" y="1760982"/>
              <a:ext cx="1952625" cy="457200"/>
            </a:xfrm>
            <a:custGeom>
              <a:rect l="l" t="t" r="r" b="b"/>
              <a:pathLst>
                <a:path w="1952625" h="457200">
                  <a:moveTo>
                    <a:pt x="0" y="0"/>
                  </a:moveTo>
                  <a:lnTo>
                    <a:pt x="1950072" y="0"/>
                  </a:lnTo>
                  <a:lnTo>
                    <a:pt x="1950072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ln w="9525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22" name="VectorPath 522"/>
            <p:cNvSpPr/>
            <p:nvPr/>
          </p:nvSpPr>
          <p:spPr>
            <a:xfrm>
              <a:off x="7881824" y="1760982"/>
              <a:ext cx="650623" cy="457200"/>
            </a:xfrm>
            <a:custGeom>
              <a:rect l="l" t="t" r="r" b="b"/>
              <a:pathLst>
                <a:path w="650623" h="457200">
                  <a:moveTo>
                    <a:pt x="0" y="0"/>
                  </a:moveTo>
                  <a:lnTo>
                    <a:pt x="650623" y="0"/>
                  </a:lnTo>
                  <a:lnTo>
                    <a:pt x="650623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094780">
                <a:alpha val="100000"/>
              </a:srgbClr>
            </a:solidFill>
          </p:spPr>
        </p:sp>
        <p:sp>
          <p:nvSpPr>
            <p:cNvPr id="523" name="VectorPath 523"/>
            <p:cNvSpPr/>
            <p:nvPr/>
          </p:nvSpPr>
          <p:spPr>
            <a:xfrm>
              <a:off x="7881824" y="1760982"/>
              <a:ext cx="657767" cy="457200"/>
            </a:xfrm>
            <a:custGeom>
              <a:rect l="l" t="t" r="r" b="b"/>
              <a:pathLst>
                <a:path w="657767" h="457200">
                  <a:moveTo>
                    <a:pt x="0" y="0"/>
                  </a:moveTo>
                  <a:lnTo>
                    <a:pt x="650623" y="0"/>
                  </a:lnTo>
                  <a:lnTo>
                    <a:pt x="650623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24" name="VectorPath 524"/>
            <p:cNvSpPr/>
            <p:nvPr/>
          </p:nvSpPr>
          <p:spPr>
            <a:xfrm>
              <a:off x="8532446" y="1760982"/>
              <a:ext cx="650122" cy="457200"/>
            </a:xfrm>
            <a:custGeom>
              <a:rect l="l" t="t" r="r" b="b"/>
              <a:pathLst>
                <a:path w="650122" h="457200">
                  <a:moveTo>
                    <a:pt x="0" y="0"/>
                  </a:moveTo>
                  <a:lnTo>
                    <a:pt x="650122" y="0"/>
                  </a:lnTo>
                  <a:lnTo>
                    <a:pt x="650122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0D6ABF">
                <a:alpha val="100000"/>
              </a:srgbClr>
            </a:solidFill>
          </p:spPr>
        </p:sp>
        <p:sp>
          <p:nvSpPr>
            <p:cNvPr id="525" name="VectorPath 525"/>
            <p:cNvSpPr/>
            <p:nvPr/>
          </p:nvSpPr>
          <p:spPr>
            <a:xfrm>
              <a:off x="8525304" y="1760982"/>
              <a:ext cx="664409" cy="457200"/>
            </a:xfrm>
            <a:custGeom>
              <a:rect l="l" t="t" r="r" b="b"/>
              <a:pathLst>
                <a:path w="664409" h="457200">
                  <a:moveTo>
                    <a:pt x="7144" y="0"/>
                  </a:moveTo>
                  <a:lnTo>
                    <a:pt x="657265" y="0"/>
                  </a:lnTo>
                  <a:lnTo>
                    <a:pt x="657265" y="457200"/>
                  </a:lnTo>
                  <a:lnTo>
                    <a:pt x="7144" y="457200"/>
                  </a:lnTo>
                  <a:lnTo>
                    <a:pt x="7144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26" name="VectorPath 526"/>
            <p:cNvSpPr/>
            <p:nvPr/>
          </p:nvSpPr>
          <p:spPr>
            <a:xfrm>
              <a:off x="9182568" y="1760982"/>
              <a:ext cx="649332" cy="457200"/>
            </a:xfrm>
            <a:custGeom>
              <a:rect l="l" t="t" r="r" b="b"/>
              <a:pathLst>
                <a:path w="649332" h="457200">
                  <a:moveTo>
                    <a:pt x="0" y="0"/>
                  </a:moveTo>
                  <a:lnTo>
                    <a:pt x="649332" y="0"/>
                  </a:lnTo>
                  <a:lnTo>
                    <a:pt x="649332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41A4FF">
                <a:alpha val="100000"/>
              </a:srgbClr>
            </a:solidFill>
          </p:spPr>
        </p:sp>
      </p:grpSp>
      <p:sp>
        <p:nvSpPr>
          <p:cNvPr id="527" name="TextBox527"/>
          <p:cNvSpPr txBox="1"/>
          <p:nvPr/>
        </p:nvSpPr>
        <p:spPr>
          <a:xfrm>
            <a:off x="7929449" y="1818578"/>
            <a:ext cx="350546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</a:p>
        </p:txBody>
      </p:sp>
      <p:sp>
        <p:nvSpPr>
          <p:cNvPr id="528" name="TextBox528"/>
          <p:cNvSpPr txBox="1"/>
          <p:nvPr/>
        </p:nvSpPr>
        <p:spPr>
          <a:xfrm>
            <a:off x="8579976" y="1818578"/>
            <a:ext cx="275347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ow</a:t>
            </a:r>
          </a:p>
        </p:txBody>
      </p:sp>
      <p:sp>
        <p:nvSpPr>
          <p:cNvPr id="529" name="VectorPath 529"/>
          <p:cNvSpPr/>
          <p:nvPr/>
        </p:nvSpPr>
        <p:spPr>
          <a:xfrm>
            <a:off x="9175424" y="1760982"/>
            <a:ext cx="659025" cy="457200"/>
          </a:xfrm>
          <a:custGeom>
            <a:rect l="l" t="t" r="r" b="b"/>
            <a:pathLst>
              <a:path w="659025" h="457200">
                <a:moveTo>
                  <a:pt x="7144" y="0"/>
                </a:moveTo>
                <a:lnTo>
                  <a:pt x="656475" y="0"/>
                </a:lnTo>
                <a:lnTo>
                  <a:pt x="656475" y="457200"/>
                </a:lnTo>
                <a:lnTo>
                  <a:pt x="7144" y="457200"/>
                </a:lnTo>
                <a:lnTo>
                  <a:pt x="7144" y="0"/>
                </a:lnTo>
              </a:path>
            </a:pathLst>
          </a:custGeom>
          <a:ln w="14288" cap="flat" cmpd="sng">
            <a:solidFill>
              <a:srgbClr val="FFFFFF">
                <a:alpha val="100000"/>
              </a:srgbClr>
            </a:solidFill>
            <a:miter lim="400000"/>
          </a:ln>
        </p:spPr>
      </p:sp>
      <p:sp>
        <p:nvSpPr>
          <p:cNvPr id="530" name="TextBox530"/>
          <p:cNvSpPr txBox="1"/>
          <p:nvPr/>
        </p:nvSpPr>
        <p:spPr>
          <a:xfrm>
            <a:off x="9230058" y="1818578"/>
            <a:ext cx="348714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igh</a:t>
            </a:r>
          </a:p>
        </p:txBody>
      </p:sp>
      <p:grpSp>
        <p:nvGrpSpPr>
          <p:cNvPr id="531" name="Combination 531"/>
          <p:cNvGrpSpPr/>
          <p:nvPr/>
        </p:nvGrpSpPr>
        <p:grpSpPr>
          <a:xfrm>
            <a:off x="10000732" y="1713357"/>
            <a:ext cx="2333625" cy="552450"/>
            <a:chOff x="10000732" y="1713357"/>
            <a:chExt cx="2333625" cy="552450"/>
          </a:xfrm>
        </p:grpSpPr>
        <p:sp>
          <p:nvSpPr>
            <p:cNvPr id="532" name="VectorPath 532"/>
            <p:cNvSpPr/>
            <p:nvPr/>
          </p:nvSpPr>
          <p:spPr>
            <a:xfrm>
              <a:off x="10000732" y="1713357"/>
              <a:ext cx="2333625" cy="552450"/>
            </a:xfrm>
            <a:custGeom>
              <a:rect l="l" t="t" r="r" b="b"/>
              <a:pathLst>
                <a:path w="2333625" h="552450">
                  <a:moveTo>
                    <a:pt x="0" y="0"/>
                  </a:moveTo>
                  <a:lnTo>
                    <a:pt x="2333625" y="0"/>
                  </a:lnTo>
                  <a:lnTo>
                    <a:pt x="2333625" y="552450"/>
                  </a:lnTo>
                  <a:lnTo>
                    <a:pt x="0" y="55245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533" name="VectorPath 533"/>
            <p:cNvSpPr/>
            <p:nvPr/>
          </p:nvSpPr>
          <p:spPr>
            <a:xfrm>
              <a:off x="10048372" y="1760982"/>
              <a:ext cx="2238375" cy="457200"/>
            </a:xfrm>
            <a:custGeom>
              <a:rect l="l" t="t" r="r" b="b"/>
              <a:pathLst>
                <a:path w="2238375" h="457200">
                  <a:moveTo>
                    <a:pt x="0" y="0"/>
                  </a:moveTo>
                  <a:lnTo>
                    <a:pt x="2237937" y="0"/>
                  </a:lnTo>
                  <a:lnTo>
                    <a:pt x="2237937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ln w="9525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34" name="VectorPath 534"/>
            <p:cNvSpPr/>
            <p:nvPr/>
          </p:nvSpPr>
          <p:spPr>
            <a:xfrm>
              <a:off x="10048372" y="1760982"/>
              <a:ext cx="562130" cy="457200"/>
            </a:xfrm>
            <a:custGeom>
              <a:rect l="l" t="t" r="r" b="b"/>
              <a:pathLst>
                <a:path w="562130" h="457200">
                  <a:moveTo>
                    <a:pt x="0" y="0"/>
                  </a:moveTo>
                  <a:lnTo>
                    <a:pt x="562130" y="0"/>
                  </a:lnTo>
                  <a:lnTo>
                    <a:pt x="562130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094780">
                <a:alpha val="100000"/>
              </a:srgbClr>
            </a:solidFill>
          </p:spPr>
        </p:sp>
        <p:sp>
          <p:nvSpPr>
            <p:cNvPr id="535" name="VectorPath 535"/>
            <p:cNvSpPr/>
            <p:nvPr/>
          </p:nvSpPr>
          <p:spPr>
            <a:xfrm>
              <a:off x="10048372" y="1760982"/>
              <a:ext cx="569274" cy="457200"/>
            </a:xfrm>
            <a:custGeom>
              <a:rect l="l" t="t" r="r" b="b"/>
              <a:pathLst>
                <a:path w="569274" h="457200">
                  <a:moveTo>
                    <a:pt x="0" y="0"/>
                  </a:moveTo>
                  <a:lnTo>
                    <a:pt x="562130" y="0"/>
                  </a:lnTo>
                  <a:lnTo>
                    <a:pt x="562130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36" name="VectorPath 536"/>
            <p:cNvSpPr/>
            <p:nvPr/>
          </p:nvSpPr>
          <p:spPr>
            <a:xfrm>
              <a:off x="10610502" y="1760982"/>
              <a:ext cx="561053" cy="457200"/>
            </a:xfrm>
            <a:custGeom>
              <a:rect l="l" t="t" r="r" b="b"/>
              <a:pathLst>
                <a:path w="561053" h="457200">
                  <a:moveTo>
                    <a:pt x="0" y="0"/>
                  </a:moveTo>
                  <a:lnTo>
                    <a:pt x="561053" y="0"/>
                  </a:lnTo>
                  <a:lnTo>
                    <a:pt x="561053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0D6ABF">
                <a:alpha val="100000"/>
              </a:srgbClr>
            </a:solidFill>
          </p:spPr>
        </p:sp>
        <p:sp>
          <p:nvSpPr>
            <p:cNvPr id="537" name="VectorPath 537"/>
            <p:cNvSpPr/>
            <p:nvPr/>
          </p:nvSpPr>
          <p:spPr>
            <a:xfrm>
              <a:off x="10603360" y="1760982"/>
              <a:ext cx="575340" cy="457200"/>
            </a:xfrm>
            <a:custGeom>
              <a:rect l="l" t="t" r="r" b="b"/>
              <a:pathLst>
                <a:path w="575340" h="457200">
                  <a:moveTo>
                    <a:pt x="7144" y="0"/>
                  </a:moveTo>
                  <a:lnTo>
                    <a:pt x="568196" y="0"/>
                  </a:lnTo>
                  <a:lnTo>
                    <a:pt x="568196" y="457200"/>
                  </a:lnTo>
                  <a:lnTo>
                    <a:pt x="7144" y="457200"/>
                  </a:lnTo>
                  <a:lnTo>
                    <a:pt x="7144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38" name="VectorPath 538"/>
            <p:cNvSpPr/>
            <p:nvPr/>
          </p:nvSpPr>
          <p:spPr>
            <a:xfrm>
              <a:off x="11171552" y="1760982"/>
              <a:ext cx="560619" cy="457200"/>
            </a:xfrm>
            <a:custGeom>
              <a:rect l="l" t="t" r="r" b="b"/>
              <a:pathLst>
                <a:path w="560619" h="457200">
                  <a:moveTo>
                    <a:pt x="0" y="0"/>
                  </a:moveTo>
                  <a:lnTo>
                    <a:pt x="560619" y="0"/>
                  </a:lnTo>
                  <a:lnTo>
                    <a:pt x="560619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41A4FF">
                <a:alpha val="100000"/>
              </a:srgbClr>
            </a:solidFill>
          </p:spPr>
        </p:sp>
        <p:sp>
          <p:nvSpPr>
            <p:cNvPr id="539" name="VectorPath 539"/>
            <p:cNvSpPr/>
            <p:nvPr/>
          </p:nvSpPr>
          <p:spPr>
            <a:xfrm>
              <a:off x="11164408" y="1760982"/>
              <a:ext cx="574906" cy="457200"/>
            </a:xfrm>
            <a:custGeom>
              <a:rect l="l" t="t" r="r" b="b"/>
              <a:pathLst>
                <a:path w="574906" h="457200">
                  <a:moveTo>
                    <a:pt x="7144" y="0"/>
                  </a:moveTo>
                  <a:lnTo>
                    <a:pt x="567762" y="0"/>
                  </a:lnTo>
                  <a:lnTo>
                    <a:pt x="567762" y="457200"/>
                  </a:lnTo>
                  <a:lnTo>
                    <a:pt x="7144" y="457200"/>
                  </a:lnTo>
                  <a:lnTo>
                    <a:pt x="7144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  <p:sp>
          <p:nvSpPr>
            <p:cNvPr id="540" name="VectorPath 540"/>
            <p:cNvSpPr/>
            <p:nvPr/>
          </p:nvSpPr>
          <p:spPr>
            <a:xfrm>
              <a:off x="11732174" y="1760982"/>
              <a:ext cx="554137" cy="457200"/>
            </a:xfrm>
            <a:custGeom>
              <a:rect l="l" t="t" r="r" b="b"/>
              <a:pathLst>
                <a:path w="554137" h="457200">
                  <a:moveTo>
                    <a:pt x="0" y="0"/>
                  </a:moveTo>
                  <a:lnTo>
                    <a:pt x="554137" y="0"/>
                  </a:lnTo>
                  <a:lnTo>
                    <a:pt x="554137" y="457200"/>
                  </a:lnTo>
                  <a:lnTo>
                    <a:pt x="0" y="457200"/>
                  </a:lnTo>
                  <a:lnTo>
                    <a:pt x="0" y="0"/>
                  </a:lnTo>
                </a:path>
              </a:pathLst>
            </a:custGeom>
            <a:solidFill>
              <a:srgbClr val="70BBFF">
                <a:alpha val="100000"/>
              </a:srgbClr>
            </a:solidFill>
          </p:spPr>
        </p:sp>
      </p:grpSp>
      <p:sp>
        <p:nvSpPr>
          <p:cNvPr id="541" name="TextBox541"/>
          <p:cNvSpPr txBox="1"/>
          <p:nvPr/>
        </p:nvSpPr>
        <p:spPr>
          <a:xfrm>
            <a:off x="10095998" y="1811913"/>
            <a:ext cx="851988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Silver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Blue</a:t>
            </a:r>
          </a:p>
        </p:txBody>
      </p:sp>
      <p:sp>
        <p:nvSpPr>
          <p:cNvPr id="542" name="TextBox542"/>
          <p:cNvSpPr txBox="1"/>
          <p:nvPr/>
        </p:nvSpPr>
        <p:spPr>
          <a:xfrm>
            <a:off x="11219054" y="1811913"/>
            <a:ext cx="320192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Gold</a:t>
            </a:r>
          </a:p>
        </p:txBody>
      </p:sp>
      <p:sp>
        <p:nvSpPr>
          <p:cNvPr id="543" name="VectorPath 543"/>
          <p:cNvSpPr/>
          <p:nvPr/>
        </p:nvSpPr>
        <p:spPr>
          <a:xfrm>
            <a:off x="11725030" y="1760982"/>
            <a:ext cx="561718" cy="457200"/>
          </a:xfrm>
          <a:custGeom>
            <a:rect l="l" t="t" r="r" b="b"/>
            <a:pathLst>
              <a:path w="561718" h="457200">
                <a:moveTo>
                  <a:pt x="7144" y="0"/>
                </a:moveTo>
                <a:lnTo>
                  <a:pt x="561280" y="0"/>
                </a:lnTo>
                <a:lnTo>
                  <a:pt x="561280" y="457200"/>
                </a:lnTo>
                <a:lnTo>
                  <a:pt x="7144" y="457200"/>
                </a:lnTo>
                <a:lnTo>
                  <a:pt x="7144" y="0"/>
                </a:lnTo>
              </a:path>
            </a:pathLst>
          </a:custGeom>
          <a:ln w="14288" cap="flat" cmpd="sng">
            <a:solidFill>
              <a:srgbClr val="FFFFFF">
                <a:alpha val="100000"/>
              </a:srgbClr>
            </a:solidFill>
            <a:miter lim="400000"/>
          </a:ln>
        </p:spPr>
      </p:sp>
      <p:sp>
        <p:nvSpPr>
          <p:cNvPr id="544" name="TextBox544"/>
          <p:cNvSpPr txBox="1"/>
          <p:nvPr/>
        </p:nvSpPr>
        <p:spPr>
          <a:xfrm>
            <a:off x="11779694" y="1811913"/>
            <a:ext cx="399593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8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Plati…</a:t>
            </a:r>
          </a:p>
        </p:txBody>
      </p:sp>
      <p:sp>
        <p:nvSpPr>
          <p:cNvPr id="545" name="VectorPath 545"/>
          <p:cNvSpPr/>
          <p:nvPr/>
        </p:nvSpPr>
        <p:spPr>
          <a:xfrm>
            <a:off x="10349210" y="1061881"/>
            <a:ext cx="1981200" cy="561975"/>
          </a:xfrm>
          <a:custGeom>
            <a:rect l="l" t="t" r="r" b="b"/>
            <a:pathLst>
              <a:path w="1981200" h="561975">
                <a:moveTo>
                  <a:pt x="0" y="0"/>
                </a:moveTo>
                <a:lnTo>
                  <a:pt x="1981200" y="0"/>
                </a:lnTo>
                <a:lnTo>
                  <a:pt x="1981200" y="561975"/>
                </a:lnTo>
                <a:lnTo>
                  <a:pt x="0" y="56197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46" name="F731E545-5C2F-4C8F-BF34-6B2AE4B8A9F5"/>
          <p:cNvPicPr>
            <a:picLocks noChangeAspect="1"/>
          </p:cNvPicPr>
          <p:nvPr/>
        </p:nvPicPr>
        <p:blipFill>
          <a:blip r:embed="rId45" cstate="print">
            <a:extLst>
              <a:ext uri="{62A3BC94-AEA8-4FF0-2750-178190425FBE}"/>
            </a:extLst>
          </a:blip>
          <a:srcRect/>
          <a:stretch>
            <a:fillRect/>
          </a:stretch>
        </p:blipFill>
        <p:spPr>
          <a:xfrm>
            <a:off x="10396820" y="1109506"/>
            <a:ext cx="1895475" cy="476250"/>
          </a:xfrm>
          <a:prstGeom prst="rect">
            <a:avLst/>
          </a:prstGeom>
        </p:spPr>
      </p:pic>
      <p:grpSp>
        <p:nvGrpSpPr>
          <p:cNvPr id="547" name="Combination 547"/>
          <p:cNvGrpSpPr/>
          <p:nvPr/>
        </p:nvGrpSpPr>
        <p:grpSpPr>
          <a:xfrm>
            <a:off x="10396820" y="1109506"/>
            <a:ext cx="1039464" cy="466725"/>
            <a:chOff x="10396820" y="1109506"/>
            <a:chExt cx="1039464" cy="466725"/>
          </a:xfrm>
        </p:grpSpPr>
        <p:sp>
          <p:nvSpPr>
            <p:cNvPr id="548" name="VectorPath 548"/>
            <p:cNvSpPr/>
            <p:nvPr/>
          </p:nvSpPr>
          <p:spPr>
            <a:xfrm>
              <a:off x="10396820" y="1109506"/>
              <a:ext cx="1032320" cy="465321"/>
            </a:xfrm>
            <a:custGeom>
              <a:rect l="l" t="t" r="r" b="b"/>
              <a:pathLst>
                <a:path w="1032320" h="465321">
                  <a:moveTo>
                    <a:pt x="0" y="0"/>
                  </a:moveTo>
                  <a:lnTo>
                    <a:pt x="1032320" y="0"/>
                  </a:lnTo>
                  <a:lnTo>
                    <a:pt x="1032320" y="465321"/>
                  </a:lnTo>
                  <a:lnTo>
                    <a:pt x="0" y="465321"/>
                  </a:lnTo>
                  <a:lnTo>
                    <a:pt x="0" y="0"/>
                  </a:lnTo>
                </a:path>
              </a:pathLst>
            </a:custGeom>
            <a:solidFill>
              <a:srgbClr val="12239E">
                <a:alpha val="100000"/>
              </a:srgbClr>
            </a:solidFill>
          </p:spPr>
        </p:sp>
        <p:sp>
          <p:nvSpPr>
            <p:cNvPr id="549" name="VectorPath 549"/>
            <p:cNvSpPr/>
            <p:nvPr/>
          </p:nvSpPr>
          <p:spPr>
            <a:xfrm>
              <a:off x="10396820" y="1109506"/>
              <a:ext cx="1039464" cy="466725"/>
            </a:xfrm>
            <a:custGeom>
              <a:rect l="l" t="t" r="r" b="b"/>
              <a:pathLst>
                <a:path w="1039464" h="466725">
                  <a:moveTo>
                    <a:pt x="0" y="0"/>
                  </a:moveTo>
                  <a:lnTo>
                    <a:pt x="1032320" y="0"/>
                  </a:lnTo>
                  <a:lnTo>
                    <a:pt x="1032320" y="465321"/>
                  </a:lnTo>
                  <a:lnTo>
                    <a:pt x="0" y="465321"/>
                  </a:lnTo>
                  <a:lnTo>
                    <a:pt x="0" y="0"/>
                  </a:lnTo>
                </a:path>
              </a:pathLst>
            </a:custGeom>
            <a:ln w="14288" cap="flat" cmpd="sng">
              <a:solidFill>
                <a:srgbClr val="FFFFFF">
                  <a:alpha val="100000"/>
                </a:srgbClr>
              </a:solidFill>
              <a:miter lim="400000"/>
            </a:ln>
          </p:spPr>
        </p:sp>
      </p:grpSp>
      <p:pic>
        <p:nvPicPr>
          <p:cNvPr id="550" name="BCFE5799-F9C5-4E54-48DA-0D96459A9F6A"/>
          <p:cNvPicPr>
            <a:picLocks noChangeAspect="1"/>
          </p:cNvPicPr>
          <p:nvPr/>
        </p:nvPicPr>
        <p:blipFill>
          <a:blip r:embed="rId46" cstate="print">
            <a:extLst>
              <a:ext uri="{ACC2752F-9272-4E16-F45D-A1348C6F18E9}"/>
            </a:extLst>
          </a:blip>
          <a:srcRect/>
          <a:stretch>
            <a:fillRect/>
          </a:stretch>
        </p:blipFill>
        <p:spPr>
          <a:xfrm>
            <a:off x="11429140" y="1109506"/>
            <a:ext cx="866775" cy="476250"/>
          </a:xfrm>
          <a:prstGeom prst="rect">
            <a:avLst/>
          </a:prstGeom>
        </p:spPr>
      </p:pic>
      <p:sp>
        <p:nvSpPr>
          <p:cNvPr id="551" name="TextBox551"/>
          <p:cNvSpPr txBox="1"/>
          <p:nvPr/>
        </p:nvSpPr>
        <p:spPr>
          <a:xfrm>
            <a:off x="10444446" y="1166048"/>
            <a:ext cx="225743" cy="386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</a:p>
          <a:p>
            <a:pPr marL="0" marR="0" indent="0" eaLnBrk="0">
              <a:lnSpc>
                <a:spcPct val="6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30M</a:t>
            </a:r>
          </a:p>
        </p:txBody>
      </p:sp>
      <p:pic>
        <p:nvPicPr>
          <p:cNvPr id="552" name="72B5585C-E3E6-4545-2599-E6914AC8AE8B"/>
          <p:cNvPicPr>
            <a:picLocks noChangeAspect="1"/>
          </p:cNvPicPr>
          <p:nvPr/>
        </p:nvPicPr>
        <p:blipFill>
          <a:blip r:embed="rId47" cstate="print">
            <a:extLst>
              <a:ext uri="{E9CFCA0E-AC0B-498C-7913-CD589695F8C2}"/>
            </a:extLst>
          </a:blip>
          <a:srcRect/>
          <a:stretch>
            <a:fillRect/>
          </a:stretch>
        </p:blipFill>
        <p:spPr>
          <a:xfrm>
            <a:off x="11421996" y="1109506"/>
            <a:ext cx="866775" cy="476250"/>
          </a:xfrm>
          <a:prstGeom prst="rect">
            <a:avLst/>
          </a:prstGeom>
        </p:spPr>
      </p:pic>
      <p:sp>
        <p:nvSpPr>
          <p:cNvPr id="553" name="TextBox553"/>
          <p:cNvSpPr txBox="1"/>
          <p:nvPr/>
        </p:nvSpPr>
        <p:spPr>
          <a:xfrm>
            <a:off x="11476718" y="1166048"/>
            <a:ext cx="225743" cy="386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950" kern="0" spc="-15" baseline="0" noProof="0" dirty="0" smtClean="0">
                <a:solidFill>
                  <a:srgbClr val="FFFFFF"/>
                </a:solidFill>
                <a:latin typeface="Gill Sans MT Condensed" pitchFamily="34" charset="0"/>
                <a:ea typeface="Gill Sans MT Condensed" pitchFamily="34" charset="0"/>
                <a:cs typeface="Gill Sans MT Condensed" pitchFamily="34" charset="0"/>
              </a:rPr>
              <a:t>F</a:t>
            </a:r>
          </a:p>
          <a:p>
            <a:pPr marL="0" marR="0" indent="0" eaLnBrk="0">
              <a:lnSpc>
                <a:spcPct val="6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9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25M</a:t>
            </a:r>
          </a:p>
        </p:txBody>
      </p:sp>
      <p:graphicFrame>
        <p:nvGraphicFramePr>
          <p:cNvPr id="554" name="Table554"/>
          <p:cNvGraphicFramePr>
            <a:graphicFrameLocks noGrp="1"/>
          </p:cNvGraphicFramePr>
          <p:nvPr/>
        </p:nvGraphicFramePr>
        <p:xfrm>
          <a:off x="428020" y="5088322"/>
          <a:ext cx="11251828" cy="1791281"/>
        </p:xfrm>
        <a:graphic>
          <a:graphicData uri="http://schemas.openxmlformats.org/drawingml/2006/table">
            <a:tbl>
              <a:tblPr firstRow="1" bandRow="1">
                <a:tableStyleId>{9C481188-C4F7-4EE3-FFFB-12ECDDE04ED5}</a:tableStyleId>
              </a:tblPr>
              <a:tblGrid>
                <a:gridCol w="533400"/>
                <a:gridCol w="762000"/>
                <a:gridCol w="1409700"/>
                <a:gridCol w="952500"/>
                <a:gridCol w="190500"/>
                <a:gridCol w="647700"/>
                <a:gridCol w="533400"/>
                <a:gridCol w="1143000"/>
                <a:gridCol w="1485900"/>
                <a:gridCol w="1257300"/>
                <a:gridCol w="1219200"/>
                <a:gridCol w="571500"/>
                <a:gridCol w="571500"/>
              </a:tblGrid>
              <a:tr h="236246">
                <a:tc>
                  <a:txBody>
                    <a:bodyPr/>
                    <a:lstStyle/>
                    <a:p>
                      <a:pPr marL="21283" marR="0" indent="0" eaLnBrk="0">
                        <a:lnSpc>
                          <a:spcPct val="98148"/>
                        </a:lnSpc>
                        <a:spcBef>
                          <a:spcPts val="456"/>
                        </a:spcBef>
                        <a:spcAft>
                          <a:spcPts val="324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Gill Sans MT Condensed" pitchFamily="34" charset="0"/>
                          <a:ea typeface="Gill Sans MT Condensed" pitchFamily="34" charset="0"/>
                          <a:cs typeface="Gill Sans MT Condensed" pitchFamily="34" charset="0"/>
                        </a:rPr>
                        <a:t>TX</a:t>
                      </a:r>
                    </a:p>
                  </a:txBody>
                  <a:tcPr marL="-2147483648" marR="0" marT="5778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7506" marR="0" indent="0" eaLnBrk="0">
                        <a:lnSpc>
                          <a:spcPct val="98148"/>
                        </a:lnSpc>
                        <a:spcBef>
                          <a:spcPts val="450"/>
                        </a:spcBef>
                        <a:spcAft>
                          <a:spcPts val="33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6M</a:t>
                      </a:r>
                    </a:p>
                  </a:txBody>
                  <a:tcPr marL="-2147483648" marR="0" marT="5715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5698" marR="0" indent="0" eaLnBrk="0">
                        <a:lnSpc>
                          <a:spcPct val="98148"/>
                        </a:lnSpc>
                        <a:spcBef>
                          <a:spcPts val="450"/>
                        </a:spcBef>
                        <a:spcAft>
                          <a:spcPts val="33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7M</a:t>
                      </a:r>
                    </a:p>
                  </a:txBody>
                  <a:tcPr marL="-2147483648" marR="0" marT="5715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6194" marR="0" indent="0" eaLnBrk="0">
                        <a:lnSpc>
                          <a:spcPct val="98148"/>
                        </a:lnSpc>
                        <a:spcBef>
                          <a:spcPts val="287"/>
                        </a:spcBef>
                        <a:spcAft>
                          <a:spcPts val="493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40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-50</a:t>
                      </a:r>
                    </a:p>
                  </a:txBody>
                  <a:tcPr marL="-2147483648" marR="38100" marT="3683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685" marR="0" indent="0" eaLnBrk="0">
                        <a:lnSpc>
                          <a:spcPct val="98148"/>
                        </a:lnSpc>
                        <a:spcBef>
                          <a:spcPts val="290"/>
                        </a:spcBef>
                        <a:spcAft>
                          <a:spcPts val="489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11M</a:t>
                      </a:r>
                    </a:p>
                  </a:txBody>
                  <a:tcPr marL="-2147483648" marR="0" marT="3683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4557" marR="0" indent="0" eaLnBrk="0">
                        <a:lnSpc>
                          <a:spcPct val="98148"/>
                        </a:lnSpc>
                        <a:spcBef>
                          <a:spcPts val="290"/>
                        </a:spcBef>
                        <a:spcAft>
                          <a:spcPts val="489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14M</a:t>
                      </a:r>
                    </a:p>
                  </a:txBody>
                  <a:tcPr marL="-2147483648" marR="0" marT="3683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4688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2402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2192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4572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6862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533400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762000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1409700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6194" marR="0" indent="0" eaLnBrk="0">
                        <a:lnSpc>
                          <a:spcPct val="106944"/>
                        </a:lnSpc>
                        <a:spcBef>
                          <a:spcPts val="0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50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-60</a:t>
                      </a:r>
                    </a:p>
                  </a:txBody>
                  <a:tcPr marL="-2147483648" marR="381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143669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7620" marR="0" indent="0" eaLnBrk="0">
                        <a:lnSpc>
                          <a:spcPct val="106944"/>
                        </a:lnSpc>
                        <a:spcBef>
                          <a:spcPts val="0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9M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2532" marR="0" indent="0" eaLnBrk="0">
                        <a:lnSpc>
                          <a:spcPct val="106944"/>
                        </a:lnSpc>
                        <a:spcBef>
                          <a:spcPts val="0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1143000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1468848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1240248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1219200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571500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916"/>
                        </a:lnSpc>
                        <a:tabLst>
                          <a:tab pos="545728" algn="r"/>
                        </a:tabLst>
                        <a:spcAft>
                          <a:spcPts val="106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1710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5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NY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076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6M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62635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7M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6250"/>
                        </a:lnSpc>
                        <a:tabLst>
                          <a:tab pos="905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381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6250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6250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625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6250"/>
                        </a:lnSpc>
                        <a:tabLst>
                          <a:tab pos="1143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94927" marR="0" indent="0" eaLnBrk="0">
                        <a:lnSpc>
                          <a:spcPct val="91592"/>
                        </a:lnSpc>
                      </a:pPr>
                      <a:r>
                        <a:rPr lang="en-US" altLang="zh-CN" sz="900" kern="0" spc="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high</a:t>
                      </a:r>
                      <a:r>
                        <a:rPr baseline="0" lang="en-US" altLang="zh-CN" sz="900" kern="0" spc="1495" noProof="0" dirty="0" smtClean="0"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 </a:t>
                      </a:r>
                      <a:r>
                        <a:rPr lang="en-US" altLang="zh-CN" sz="1350" kern="0" spc="-25" baseline="3704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7M</a:t>
                      </a: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9741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22M</a:t>
                      </a: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63148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Married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7395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13M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19985" marR="0" indent="0" eaLnBrk="0">
                        <a:lnSpc>
                          <a:spcPct val="95833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15M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0550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5334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7620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14097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6194" marR="0" indent="0" eaLnBrk="0">
                        <a:lnSpc>
                          <a:spcPct val="100462"/>
                        </a:lnSpc>
                        <a:spcBef>
                          <a:spcPts val="106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30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-40</a:t>
                      </a:r>
                    </a:p>
                  </a:txBody>
                  <a:tcPr marL="-2147483648" marR="38100" marT="1333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55914" marR="0" indent="0" eaLnBrk="0">
                        <a:lnSpc>
                          <a:spcPct val="100462"/>
                        </a:lnSpc>
                        <a:spcBef>
                          <a:spcPts val="106"/>
                        </a:spcBef>
                      </a:pPr>
                      <a:r>
                        <a:rPr lang="en-US" altLang="zh-CN" sz="900" kern="0" spc="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4M</a:t>
                      </a:r>
                      <a:r>
                        <a:rPr baseline="0" lang="en-US" altLang="zh-CN" sz="900" kern="0" spc="1825" noProof="0" dirty="0" smtClean="0"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 </a:t>
                      </a: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5M</a:t>
                      </a:r>
                    </a:p>
                  </a:txBody>
                  <a:tcPr marL="38100" marR="0" marT="13335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5334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11430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1468848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1240248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12192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571500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90416"/>
                        </a:lnSpc>
                        <a:tabLst>
                          <a:tab pos="545728" algn="r"/>
                        </a:tabLst>
                        <a:spcAft>
                          <a:spcPts val="135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0623">
                <a:tc>
                  <a:txBody>
                    <a:bodyPr/>
                    <a:lstStyle/>
                    <a:p>
                      <a:pPr marL="4167" marR="0" indent="0" eaLnBrk="0">
                        <a:lnSpc>
                          <a:spcPct val="80555"/>
                        </a:lnSpc>
                      </a:pPr>
                      <a:r>
                        <a:rPr lang="en-US" altLang="zh-CN" sz="900" kern="0" spc="-6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CA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8181" marR="0" indent="0" eaLnBrk="0">
                        <a:lnSpc>
                          <a:spcPct val="80555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7M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29405" marR="0" indent="0" eaLnBrk="0">
                        <a:lnSpc>
                          <a:spcPct val="80555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6M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905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381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1143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14688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12402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12192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2500"/>
                        </a:lnSpc>
                        <a:tabLst>
                          <a:tab pos="54572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7746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533400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762000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1409700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6194" marR="0" indent="0" eaLnBrk="0">
                        <a:lnSpc>
                          <a:spcPct val="103703"/>
                        </a:lnSpc>
                        <a:spcBef>
                          <a:spcPts val="218"/>
                        </a:spcBef>
                        <a:spcAft>
                          <a:spcPts val="22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60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-70</a:t>
                      </a:r>
                    </a:p>
                  </a:txBody>
                  <a:tcPr marL="-2147483648" marR="38100" marT="2794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143669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647700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533400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5000"/>
                        </a:lnSpc>
                        <a:tabLst>
                          <a:tab pos="1143000" algn="r"/>
                        </a:tabLst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93736" marR="0" indent="0" eaLnBrk="0">
                        <a:lnSpc>
                          <a:spcPct val="99115"/>
                        </a:lnSpc>
                        <a:spcAft>
                          <a:spcPts val="199"/>
                        </a:spcAft>
                      </a:pP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med</a:t>
                      </a:r>
                      <a:r>
                        <a:rPr baseline="0" lang="en-US" altLang="zh-CN" sz="900" kern="0" spc="1720" noProof="0" dirty="0" smtClean="0"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 </a:t>
                      </a:r>
                      <a:r>
                        <a:rPr lang="en-US" altLang="zh-CN" sz="1350" kern="0" spc="-25" baseline="3704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8M</a:t>
                      </a: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973" marR="0" indent="0" eaLnBrk="0">
                        <a:lnSpc>
                          <a:spcPct val="103703"/>
                        </a:lnSpc>
                        <a:spcAft>
                          <a:spcPts val="241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8M</a:t>
                      </a: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50361" marR="0" indent="0" eaLnBrk="0">
                        <a:lnSpc>
                          <a:spcPct val="103703"/>
                        </a:lnSpc>
                        <a:spcAft>
                          <a:spcPts val="241"/>
                        </a:spcAft>
                      </a:pPr>
                      <a:r>
                        <a:rPr lang="en-US" altLang="zh-CN" sz="900" kern="0" spc="-3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Single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24" marR="0" indent="0" eaLnBrk="0">
                        <a:lnSpc>
                          <a:spcPct val="103703"/>
                        </a:lnSpc>
                        <a:spcAft>
                          <a:spcPts val="241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11M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2137" marR="0" indent="0" eaLnBrk="0">
                        <a:lnSpc>
                          <a:spcPct val="103703"/>
                        </a:lnSpc>
                        <a:spcAft>
                          <a:spcPts val="241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12M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55">
                <a:tc gridSpan="2">
                  <a:txBody>
                    <a:bodyPr/>
                    <a:lstStyle/>
                    <a:p>
                      <a:pPr marL="38993" marR="0" indent="0" eaLnBrk="0">
                        <a:lnSpc>
                          <a:spcPct val="93518"/>
                        </a:lnSpc>
                      </a:pPr>
                      <a:r>
                        <a:rPr lang="en-US" altLang="zh-CN" sz="900" kern="0" spc="135" baseline="0" noProof="0" dirty="0" smtClean="0">
                          <a:solidFill>
                            <a:srgbClr val="605E5C"/>
                          </a:solidFill>
                          <a:latin typeface="Gill Sans MT Condensed" pitchFamily="34" charset="0"/>
                          <a:ea typeface="Gill Sans MT Condensed" pitchFamily="34" charset="0"/>
                          <a:cs typeface="Gill Sans MT Condensed" pitchFamily="34" charset="0"/>
                        </a:rPr>
                        <a:t>FL</a:t>
                      </a:r>
                      <a:r>
                        <a:rPr baseline="0" lang="en-US" altLang="zh-CN" sz="900" kern="0" spc="2435" noProof="0" dirty="0" smtClean="0">
                          <a:latin typeface="Gill Sans MT Condensed" pitchFamily="34" charset="0"/>
                          <a:ea typeface="Gill Sans MT Condensed" pitchFamily="34" charset="0"/>
                          <a:cs typeface="Gill Sans MT Condensed" pitchFamily="34" charset="0"/>
                        </a:rPr>
                        <a:t> </a:t>
                      </a: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Gill Sans MT Condensed" pitchFamily="34" charset="0"/>
                          <a:ea typeface="Gill Sans MT Condensed" pitchFamily="34" charset="0"/>
                          <a:cs typeface="Gill Sans MT Condensed" pitchFamily="34" charset="0"/>
                        </a:rPr>
                        <a:t>4M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8357" marR="0" indent="0" eaLnBrk="0">
                        <a:lnSpc>
                          <a:spcPct val="93518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6M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905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381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1143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14688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12402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12192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4166"/>
                        </a:lnSpc>
                        <a:tabLst>
                          <a:tab pos="54572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2247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762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1409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6194" marR="0" indent="0" eaLnBrk="0">
                        <a:lnSpc>
                          <a:spcPct val="81944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-30</a:t>
                      </a:r>
                    </a:p>
                  </a:txBody>
                  <a:tcPr marL="-2147483648" marR="381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1143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14688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12402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12192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73750"/>
                        </a:lnSpc>
                        <a:tabLst>
                          <a:tab pos="54572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333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762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1409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905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381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1143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2105" marR="0" indent="0" eaLnBrk="0">
                        <a:lnSpc>
                          <a:spcPct val="72566"/>
                        </a:lnSpc>
                      </a:pPr>
                      <a:r>
                        <a:rPr lang="en-US" altLang="zh-CN" sz="1350" kern="0" spc="15" baseline="-3704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low</a:t>
                      </a:r>
                      <a:r>
                        <a:rPr baseline="-5556" lang="en-US" altLang="zh-CN" sz="900" kern="0" spc="1840" noProof="0" dirty="0" smtClean="0"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 </a:t>
                      </a: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10M</a:t>
                      </a: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12402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79209" marR="0" indent="0" eaLnBrk="0">
                        <a:lnSpc>
                          <a:spcPct val="75925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Unknown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68333"/>
                        </a:lnSpc>
                        <a:tabLst>
                          <a:tab pos="54572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5687">
                <a:tc>
                  <a:txBody>
                    <a:bodyPr/>
                    <a:lstStyle/>
                    <a:p>
                      <a:pPr marL="22325" marR="0" indent="0" eaLnBrk="0">
                        <a:lnSpc>
                          <a:spcPct val="81944"/>
                        </a:lnSpc>
                      </a:pP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NJ</a:t>
                      </a:r>
                      <a:r>
                        <a:rPr baseline="0" lang="en-US" altLang="zh-CN" sz="900" kern="0" spc="-15" noProof="0" dirty="0" smtClean="0"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2M</a:t>
                      </a:r>
                    </a:p>
                    <a:p>
                      <a:pPr marL="0" marR="0" indent="0" eaLnBrk="0">
                        <a:lnSpc>
                          <a:spcPct val="812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3021" marR="0" indent="0" eaLnBrk="0">
                        <a:lnSpc>
                          <a:spcPct val="81018"/>
                        </a:lnSpc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3M</a:t>
                      </a:r>
                    </a:p>
                    <a:p>
                      <a:pPr marL="0" marR="0" indent="0" eaLnBrk="0">
                        <a:lnSpc>
                          <a:spcPct val="81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409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6194" marR="0" indent="0" eaLnBrk="0">
                        <a:lnSpc>
                          <a:spcPct val="100925"/>
                        </a:lnSpc>
                        <a:spcBef>
                          <a:spcPts val="210"/>
                        </a:spcBef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70</a:t>
                      </a:r>
                      <a:r>
                        <a:rPr lang="en-US" altLang="zh-CN" sz="900" kern="0" spc="0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-80</a:t>
                      </a:r>
                    </a:p>
                    <a:p>
                      <a:pPr marL="0" marR="0" indent="0" eaLnBrk="0">
                        <a:lnSpc>
                          <a:spcPct val="4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38100" marT="2667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43669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38100" marR="0" marT="0" marB="0">
                    <a:lnL w="76200" cap="flat" cmpd="sng" algn="ctr">
                      <a:solidFill>
                        <a:srgbClr val="118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143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4688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24024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12192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4572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6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021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5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57012" marR="0" indent="0" eaLnBrk="0">
                        <a:lnSpc>
                          <a:spcPct val="103703"/>
                        </a:lnSpc>
                        <a:spcAft>
                          <a:spcPts val="34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7620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5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579836" marR="0" indent="0" eaLnBrk="0">
                        <a:lnSpc>
                          <a:spcPct val="103703"/>
                        </a:lnSpc>
                        <a:spcAft>
                          <a:spcPts val="34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10M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eaLnBrk="0">
                        <a:lnSpc>
                          <a:spcPct val="66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876850" marR="0" indent="0" eaLnBrk="0">
                        <a:lnSpc>
                          <a:spcPct val="101851"/>
                        </a:lnSpc>
                        <a:spcAft>
                          <a:spcPts val="22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477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34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6666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310752" marR="0" indent="0" eaLnBrk="0">
                        <a:lnSpc>
                          <a:spcPct val="101851"/>
                        </a:lnSpc>
                        <a:spcAft>
                          <a:spcPts val="22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827685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16286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500995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16286" marR="0" marT="0" marB="0">
                    <a:lnL w="32572" cap="flat" cmpd="sng" algn="ctr">
                      <a:solidFill>
                        <a:srgbClr val="122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966613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7150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8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309442" marR="0" indent="0" eaLnBrk="0">
                        <a:lnSpc>
                          <a:spcPct val="97222"/>
                        </a:lnSpc>
                        <a:spcAft>
                          <a:spcPts val="170"/>
                        </a:spcAft>
                      </a:pPr>
                      <a:r>
                        <a:rPr lang="en-US" altLang="zh-CN" sz="900" kern="0" spc="-15" baseline="0" noProof="0" dirty="0" smtClean="0">
                          <a:solidFill>
                            <a:srgbClr val="605E5C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20M</a:t>
                      </a:r>
                    </a:p>
                  </a:txBody>
                  <a:tcPr marL="-2147483648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49429714-A11F-47BB-F295-F588A3CB9199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30ED9DCC-A59A-44C4-BF4B-6DAF010F715A}"/>
  </a:extLst>
</a:theme>
</file>